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c34236b7c94676" /><Relationship Type="http://schemas.openxmlformats.org/officeDocument/2006/relationships/extended-properties" Target="/docProps/app.xml" Id="Rae75ce9bbeac4d1e" /><Relationship Type="http://schemas.openxmlformats.org/officeDocument/2006/relationships/officeDocument" Target="/ppt/presentation.xml" Id="R1c365a36192840a6" /></Relationships>
</file>

<file path=ppt/presentation.xml><?xml version="1.0" encoding="utf-8"?>
<p:presentation xmlns:p="http://schemas.openxmlformats.org/presentationml/2006/main">
  <p:sldMasterIdLst>
    <p:sldMasterId xmlns:r="http://schemas.openxmlformats.org/officeDocument/2006/relationships" id="2147483648" r:id="Rc1e84307ce1548f4"/>
  </p:sldMasterIdLst>
  <p:notesMasterIdLst>
    <p:notesMasterId xmlns:r="http://schemas.openxmlformats.org/officeDocument/2006/relationships" r:id="R3c5f51ac9b8e4b04"/>
  </p:notesMasterIdLst>
  <p:sldIdLst>
    <p:sldId xmlns:r="http://schemas.openxmlformats.org/officeDocument/2006/relationships" id="256" r:id="Red2b451848624612"/>
    <p:sldId xmlns:r="http://schemas.openxmlformats.org/officeDocument/2006/relationships" id="257" r:id="Rd44fd9fea3d94fdc"/>
    <p:sldId xmlns:r="http://schemas.openxmlformats.org/officeDocument/2006/relationships" id="258" r:id="R1661843b52664748"/>
    <p:sldId xmlns:r="http://schemas.openxmlformats.org/officeDocument/2006/relationships" id="259" r:id="R7de51f6b607142a1"/>
    <p:sldId xmlns:r="http://schemas.openxmlformats.org/officeDocument/2006/relationships" id="260" r:id="R8ccf7ab14a264a52"/>
    <p:sldId xmlns:r="http://schemas.openxmlformats.org/officeDocument/2006/relationships" id="261" r:id="R6a5c9f11e9004468"/>
    <p:sldId xmlns:r="http://schemas.openxmlformats.org/officeDocument/2006/relationships" id="262" r:id="Rd25a63b9fd6d40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02ba2260944501" /><Relationship Type="http://schemas.openxmlformats.org/officeDocument/2006/relationships/slideMaster" Target="/ppt/slideMasters/slideMaster1.xml" Id="Rc1e84307ce1548f4" /><Relationship Type="http://schemas.openxmlformats.org/officeDocument/2006/relationships/notesMaster" Target="/ppt/notesMasters/notesMaster1.xml" Id="R3c5f51ac9b8e4b04" /><Relationship Type="http://schemas.openxmlformats.org/officeDocument/2006/relationships/presProps" Target="/ppt/presProps.xml" Id="R3329293f37684e26" /><Relationship Type="http://schemas.openxmlformats.org/officeDocument/2006/relationships/tableStyles" Target="/ppt/tableStyles.xml" Id="Rd8361ef511164be3" /><Relationship Type="http://schemas.openxmlformats.org/officeDocument/2006/relationships/slide" Target="/ppt/slides/slide1.xml" Id="Red2b451848624612" /><Relationship Type="http://schemas.openxmlformats.org/officeDocument/2006/relationships/slide" Target="/ppt/slides/slide2.xml" Id="Rd44fd9fea3d94fdc" /><Relationship Type="http://schemas.openxmlformats.org/officeDocument/2006/relationships/slide" Target="/ppt/slides/slide3.xml" Id="R1661843b52664748" /><Relationship Type="http://schemas.openxmlformats.org/officeDocument/2006/relationships/slide" Target="/ppt/slides/slide4.xml" Id="R7de51f6b607142a1" /><Relationship Type="http://schemas.openxmlformats.org/officeDocument/2006/relationships/slide" Target="/ppt/slides/slide5.xml" Id="R8ccf7ab14a264a52" /><Relationship Type="http://schemas.openxmlformats.org/officeDocument/2006/relationships/slide" Target="/ppt/slides/slide6.xml" Id="R6a5c9f11e9004468" /><Relationship Type="http://schemas.openxmlformats.org/officeDocument/2006/relationships/slide" Target="/ppt/slides/slide7.xml" Id="Rd25a63b9fd6d40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17a61d823244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48f91408c04c38" /><Relationship Type="http://schemas.openxmlformats.org/officeDocument/2006/relationships/notesMaster" Target="/ppt/notesMasters/notesMaster1.xml" Id="Rb9c9a19f0f9d41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6d2938e0f64419" /><Relationship Type="http://schemas.openxmlformats.org/officeDocument/2006/relationships/notesMaster" Target="/ppt/notesMasters/notesMaster1.xml" Id="Re8b24fcd267e4c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84ac8543794991" /><Relationship Type="http://schemas.openxmlformats.org/officeDocument/2006/relationships/notesMaster" Target="/ppt/notesMasters/notesMaster1.xml" Id="R46aecde9448744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7e355cfbb044c0" /><Relationship Type="http://schemas.openxmlformats.org/officeDocument/2006/relationships/notesMaster" Target="/ppt/notesMasters/notesMaster1.xml" Id="R4463476a8a1b4c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f893e85f864889" /><Relationship Type="http://schemas.openxmlformats.org/officeDocument/2006/relationships/notesMaster" Target="/ppt/notesMasters/notesMaster1.xml" Id="R5ac9a93d59b14a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946d692f8e4560" /><Relationship Type="http://schemas.openxmlformats.org/officeDocument/2006/relationships/notesMaster" Target="/ppt/notesMasters/notesMaster1.xml" Id="R189ebfe4592447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aec17e76c54dcd" /><Relationship Type="http://schemas.openxmlformats.org/officeDocument/2006/relationships/notesMaster" Target="/ppt/notesMasters/notesMaster1.xml" Id="R2d6e897e143a47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Group H. Our project evaluates the usability of the XJTLU Museum AI System. We will explain the problem, research questions, study design, participant materials, and implementation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problem is that a public AI guide must work without a manual. We focus on three questions: can visitors complete the core tasks, how usable and efficient is the system, and which barriers recur. Our target users are XJTLU students and staff with different levels of digital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participant completes four tasks: start the guide, ask an exhibit question, move to the next stop, and recover from an unclear answer. The tasks follow the visitor journey. We will recruit twelve to fifteen participants and combine observed behaviour with think-aloud comments.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lasts about fifteen minutes. Participants give consent, complete a warm-up, carry out the four tasks, complete SUS, and answer a few exit questions. The questionnaire mirrors this sequence and exports an anonymous CSV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record task success, time, errors, and assistance. SUS gives a global usability score, while ease and trust capture the user's judgement. We analyse task performance descriptively, compare SUS with a benchmark, and summarise repeated themes. Our hypotheses concern eighty percent task success, an acceptable SUS score, and recurring onboarding or navigation barriers.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questionnaire, information sheet, consent form, moderator script, and task cards are ready. Before recruitment we must confirm access to the current Museum AI version and prepare a fallback. We will run a two-person pilot, then the main sessions. We have not yet collected participant data, so we do not present invented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output will be a task success profile, a usability score, a clear set of barriers, and practical recommendations for the Museum AI interface. Thank you. We are happy to take questions about the design, measures, or implementation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e7b6fe6523497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d12a6583584b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1dcace3bb945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af9664b0f642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22826fc9424f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dcc9687ac346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CC17E2-4E9C-4E46-9402-AEA53B63C2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8CE3C6-53D3-4A19-BB5F-DDA64E79DA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99BC1F-9D43-4089-951C-EC02E35AA2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81E02E-7FBF-444A-ACB3-032565118D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802B8D-08A3-4A3F-AD57-038F2472D3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BD0408-5ADB-4F87-ABF3-702740FA8F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C8048F-C930-45CD-8300-4AF3352C6F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290F72-6BD1-4E83-874E-D33F309B06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8C8EDD-29D7-4D1F-A878-F1C7FA6157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EA2148-3395-410A-A1AB-7FA82726BC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c7f13d554248fd" /><Relationship Type="http://schemas.openxmlformats.org/officeDocument/2006/relationships/slideLayout" Target="/ppt/slideLayouts/slideLayout1.xml" Id="R0d7f380f3e3e40d9" /><Relationship Type="http://schemas.openxmlformats.org/officeDocument/2006/relationships/slideLayout" Target="/ppt/slideLayouts/slideLayout2.xml" Id="R65c2efeae8c7429a" /><Relationship Type="http://schemas.openxmlformats.org/officeDocument/2006/relationships/slideLayout" Target="/ppt/slideLayouts/slideLayout3.xml" Id="Reb108d87d4274ca1" /><Relationship Type="http://schemas.openxmlformats.org/officeDocument/2006/relationships/slideLayout" Target="/ppt/slideLayouts/slideLayout4.xml" Id="R738065a7deb54ac5" /><Relationship Type="http://schemas.openxmlformats.org/officeDocument/2006/relationships/slideLayout" Target="/ppt/slideLayouts/slideLayout5.xml" Id="Rd7cf43a9b6f14750" /><Relationship Type="http://schemas.openxmlformats.org/officeDocument/2006/relationships/slideLayout" Target="/ppt/slideLayouts/slideLayout6.xml" Id="R8e3feddd91614f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7f380f3e3e40d9"/>
    <p:sldLayoutId xmlns:r="http://schemas.openxmlformats.org/officeDocument/2006/relationships" id="2147483650" r:id="R65c2efeae8c7429a"/>
    <p:sldLayoutId xmlns:r="http://schemas.openxmlformats.org/officeDocument/2006/relationships" id="2147483651" r:id="Reb108d87d4274ca1"/>
    <p:sldLayoutId xmlns:r="http://schemas.openxmlformats.org/officeDocument/2006/relationships" id="2147483652" r:id="R738065a7deb54ac5"/>
    <p:sldLayoutId xmlns:r="http://schemas.openxmlformats.org/officeDocument/2006/relationships" id="2147483653" r:id="Rd7cf43a9b6f14750"/>
    <p:sldLayoutId xmlns:r="http://schemas.openxmlformats.org/officeDocument/2006/relationships" id="2147483654" r:id="R8e3feddd91614f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dfb4fbbf424e32" /><Relationship Type="http://schemas.openxmlformats.org/officeDocument/2006/relationships/notesSlide" Target="/ppt/notesSlides/notesSlide1.xml" Id="R0de59373b5ef48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bf01842b3b47fa" /><Relationship Type="http://schemas.openxmlformats.org/officeDocument/2006/relationships/notesSlide" Target="/ppt/notesSlides/notesSlide2.xml" Id="R4db1af01892045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12b9fc76b54c8b" /><Relationship Type="http://schemas.openxmlformats.org/officeDocument/2006/relationships/notesSlide" Target="/ppt/notesSlides/notesSlide3.xml" Id="Red5169c8f75646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5e8b2dbda842a5" /><Relationship Type="http://schemas.openxmlformats.org/officeDocument/2006/relationships/notesSlide" Target="/ppt/notesSlides/notesSlide4.xml" Id="Rf7cc83c8ba49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bbf77e307c4ee9" /><Relationship Type="http://schemas.openxmlformats.org/officeDocument/2006/relationships/notesSlide" Target="/ppt/notesSlides/notesSlide5.xml" Id="Ra27913c7239447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0daa00bc5c4386" /><Relationship Type="http://schemas.openxmlformats.org/officeDocument/2006/relationships/notesSlide" Target="/ppt/notesSlides/notesSlide6.xml" Id="R672faf537eb84c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2b1e18a7004e97" /><Relationship Type="http://schemas.openxmlformats.org/officeDocument/2006/relationships/notesSlide" Target="/ppt/notesSlides/notesSlide7.xml" Id="R5b382aa61d454ca5" /></Relationships>
</file>

<file path=ppt/slides/slide1.xml><?xml version="1.0" encoding="utf-8"?>
<p:sld xmlns:p="http://schemas.openxmlformats.org/presentationml/2006/main">
  <p:cSld>
    <p:bg>
      <p:bgPr>
        <a:solidFill xmlns:a="http://schemas.openxmlformats.org/drawingml/2006/main">
          <a:srgbClr val="0B223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D52CBF-6A96-466D-9877-62B89CBD71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
            <a:extLst xmlns:a="http://schemas.openxmlformats.org/drawingml/2006/main">
              <a:ext uri="{FF2B5EF4-FFF2-40B4-BE49-F238E27FC236}">
                <a16:creationId xmlns:a16="http://schemas.microsoft.com/office/drawing/2014/main" id="{A27BE06B-509A-4C6B-BAA7-124834403A38}"/>
              </a:ext>
            </a:extLst>
          </p:cNvPr>
          <p:cNvSpPr>
            <a:spLocks xmlns:a="http://schemas.openxmlformats.org/drawingml/2006/main" noGrp="1"/>
          </p:cNvSpPr>
          <p:nvPr/>
        </p:nvSpPr>
        <p:spPr>
          <a:xfrm xmlns:a="http://schemas.openxmlformats.org/drawingml/2006/main">
            <a:off x="4076700" y="0"/>
            <a:ext cx="4076700" cy="762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3" name="">
            <a:extLst xmlns:a="http://schemas.openxmlformats.org/drawingml/2006/main">
              <a:ext uri="{FF2B5EF4-FFF2-40B4-BE49-F238E27FC236}">
                <a16:creationId xmlns:a16="http://schemas.microsoft.com/office/drawing/2014/main" id="{40DF6E35-66A6-4C09-8AFD-8CBAFCFD4D33}"/>
              </a:ext>
            </a:extLst>
          </p:cNvPr>
          <p:cNvSpPr>
            <a:spLocks xmlns:a="http://schemas.openxmlformats.org/drawingml/2006/main" noGrp="1"/>
          </p:cNvSpPr>
          <p:nvPr/>
        </p:nvSpPr>
        <p:spPr>
          <a:xfrm xmlns:a="http://schemas.openxmlformats.org/drawingml/2006/main">
            <a:off x="8153400" y="0"/>
            <a:ext cx="4038600" cy="76200"/>
          </a:xfrm>
          <a:prstGeom xmlns:a="http://schemas.openxmlformats.org/drawingml/2006/main" prst="rect">
            <a:avLst/>
          </a:prstGeom>
          <a:solidFill xmlns:a="http://schemas.openxmlformats.org/drawingml/2006/main">
            <a:srgbClr val="F0C75E"/>
          </a:solidFill>
          <a:ln xmlns:a="http://schemas.openxmlformats.org/drawingml/2006/main" w="0">
            <a:solidFill>
              <a:srgbClr val="F0C75E"/>
            </a:solidFill>
            <a:prstDash val="solid"/>
          </a:ln>
        </p:spPr>
      </p:sp>
      <p:sp>
        <p:nvSpPr>
          <p:cNvPr id="4" name="">
            <a:extLst xmlns:a="http://schemas.openxmlformats.org/drawingml/2006/main">
              <a:ext uri="{FF2B5EF4-FFF2-40B4-BE49-F238E27FC236}">
                <a16:creationId xmlns:a16="http://schemas.microsoft.com/office/drawing/2014/main" id="{272D49D5-8F3A-4092-8172-B60E36A1EDFF}"/>
              </a:ext>
            </a:extLst>
          </p:cNvPr>
          <p:cNvSpPr>
            <a:spLocks xmlns:a="http://schemas.openxmlformats.org/drawingml/2006/main" noGrp="1"/>
          </p:cNvSpPr>
          <p:nvPr/>
        </p:nvSpPr>
        <p:spPr>
          <a:xfrm xmlns:a="http://schemas.openxmlformats.org/drawingml/2006/main">
            <a:off x="609600" y="990600"/>
            <a:ext cx="1524000" cy="381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5" name="">
            <a:extLst xmlns:a="http://schemas.openxmlformats.org/drawingml/2006/main">
              <a:ext uri="{FF2B5EF4-FFF2-40B4-BE49-F238E27FC236}">
                <a16:creationId xmlns:a16="http://schemas.microsoft.com/office/drawing/2014/main" id="{D59F1B69-8A28-466E-ABD3-D878C973FB07}"/>
              </a:ext>
            </a:extLst>
          </p:cNvPr>
          <p:cNvSpPr>
            <a:spLocks xmlns:a="http://schemas.openxmlformats.org/drawingml/2006/main" noGrp="1"/>
          </p:cNvSpPr>
          <p:nvPr/>
        </p:nvSpPr>
        <p:spPr>
          <a:xfrm xmlns:a="http://schemas.openxmlformats.org/drawingml/2006/main">
            <a:off x="609600" y="11811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91DDD3"/>
                </a:solidFill>
              </a:defRPr>
            </a:defPPr>
            <a:lvl1pPr>
              <a:defRPr sz="975" b="1">
                <a:solidFill>
                  <a:srgbClr val="91DDD3"/>
                </a:solidFill>
              </a:defRPr>
            </a:lvl1pPr>
            <a:lvl2pPr>
              <a:defRPr sz="975" b="1">
                <a:solidFill>
                  <a:srgbClr val="91DDD3"/>
                </a:solidFill>
              </a:defRPr>
            </a:lvl2pPr>
            <a:lvl3pPr>
              <a:defRPr sz="975" b="1">
                <a:solidFill>
                  <a:srgbClr val="91DDD3"/>
                </a:solidFill>
              </a:defRPr>
            </a:lvl3pPr>
            <a:lvl4pPr>
              <a:defRPr sz="975" b="1">
                <a:solidFill>
                  <a:srgbClr val="91DDD3"/>
                </a:solidFill>
              </a:defRPr>
            </a:lvl4pPr>
            <a:lvl5pPr>
              <a:defRPr sz="975" b="1">
                <a:solidFill>
                  <a:srgbClr val="91DDD3"/>
                </a:solidFill>
              </a:defRPr>
            </a:lvl5pPr>
            <a:lvl6pPr>
              <a:defRPr sz="975" b="1">
                <a:solidFill>
                  <a:srgbClr val="91DDD3"/>
                </a:solidFill>
              </a:defRPr>
            </a:lvl6pPr>
            <a:lvl7pPr>
              <a:defRPr sz="975" b="1">
                <a:solidFill>
                  <a:srgbClr val="91DDD3"/>
                </a:solidFill>
              </a:defRPr>
            </a:lvl7pPr>
            <a:lvl8pPr>
              <a:defRPr sz="975" b="1">
                <a:solidFill>
                  <a:srgbClr val="91DDD3"/>
                </a:solidFill>
              </a:defRPr>
            </a:lvl8pPr>
            <a:lvl9pPr>
              <a:defRPr sz="975" b="1">
                <a:solidFill>
                  <a:srgbClr val="91DDD3"/>
                </a:solidFill>
              </a:defRPr>
            </a:lvl9pPr>
          </a:lstStyle>
          <a:p xmlns:a="http://schemas.openxmlformats.org/drawingml/2006/main">
            <a:pPr>
              <a:defRPr sz="975" b="1">
                <a:solidFill>
                  <a:srgbClr val="91DDD3"/>
                </a:solidFill>
              </a:defRPr>
            </a:pPr>
            <a:r>
              <a:rPr sz="975" b="1">
                <a:solidFill>
                  <a:srgbClr val="91DDD3"/>
                </a:solidFill>
              </a:rPr>
              <a:t>ADS401 EVALUATION METHODS AND STATISTICS</a:t>
            </a:r>
          </a:p>
        </p:txBody>
      </p:sp>
      <p:sp>
        <p:nvSpPr>
          <p:cNvPr id="6" name="">
            <a:extLst xmlns:a="http://schemas.openxmlformats.org/drawingml/2006/main">
              <a:ext uri="{FF2B5EF4-FFF2-40B4-BE49-F238E27FC236}">
                <a16:creationId xmlns:a16="http://schemas.microsoft.com/office/drawing/2014/main" id="{33F48412-29C2-4378-91AA-513288F64478}"/>
              </a:ext>
            </a:extLst>
          </p:cNvPr>
          <p:cNvSpPr>
            <a:spLocks xmlns:a="http://schemas.openxmlformats.org/drawingml/2006/main" noGrp="1"/>
          </p:cNvSpPr>
          <p:nvPr/>
        </p:nvSpPr>
        <p:spPr>
          <a:xfrm xmlns:a="http://schemas.openxmlformats.org/drawingml/2006/main">
            <a:off x="609600" y="1952625"/>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525" b="1">
                <a:solidFill>
                  <a:srgbClr val="FFFFFF"/>
                </a:solidFill>
              </a:defRPr>
            </a:defPPr>
            <a:lvl1pPr>
              <a:defRPr sz="3525" b="1">
                <a:solidFill>
                  <a:srgbClr val="FFFFFF"/>
                </a:solidFill>
              </a:defRPr>
            </a:lvl1pPr>
            <a:lvl2pPr>
              <a:defRPr sz="3525" b="1">
                <a:solidFill>
                  <a:srgbClr val="FFFFFF"/>
                </a:solidFill>
              </a:defRPr>
            </a:lvl2pPr>
            <a:lvl3pPr>
              <a:defRPr sz="3525" b="1">
                <a:solidFill>
                  <a:srgbClr val="FFFFFF"/>
                </a:solidFill>
              </a:defRPr>
            </a:lvl3pPr>
            <a:lvl4pPr>
              <a:defRPr sz="3525" b="1">
                <a:solidFill>
                  <a:srgbClr val="FFFFFF"/>
                </a:solidFill>
              </a:defRPr>
            </a:lvl4pPr>
            <a:lvl5pPr>
              <a:defRPr sz="3525" b="1">
                <a:solidFill>
                  <a:srgbClr val="FFFFFF"/>
                </a:solidFill>
              </a:defRPr>
            </a:lvl5pPr>
            <a:lvl6pPr>
              <a:defRPr sz="3525" b="1">
                <a:solidFill>
                  <a:srgbClr val="FFFFFF"/>
                </a:solidFill>
              </a:defRPr>
            </a:lvl6pPr>
            <a:lvl7pPr>
              <a:defRPr sz="3525" b="1">
                <a:solidFill>
                  <a:srgbClr val="FFFFFF"/>
                </a:solidFill>
              </a:defRPr>
            </a:lvl7pPr>
            <a:lvl8pPr>
              <a:defRPr sz="3525" b="1">
                <a:solidFill>
                  <a:srgbClr val="FFFFFF"/>
                </a:solidFill>
              </a:defRPr>
            </a:lvl8pPr>
            <a:lvl9pPr>
              <a:defRPr sz="3525" b="1">
                <a:solidFill>
                  <a:srgbClr val="FFFFFF"/>
                </a:solidFill>
              </a:defRPr>
            </a:lvl9pPr>
          </a:lstStyle>
          <a:p xmlns:a="http://schemas.openxmlformats.org/drawingml/2006/main">
            <a:pPr>
              <a:defRPr sz="3525" b="1">
                <a:solidFill>
                  <a:srgbClr val="FFFFFF"/>
                </a:solidFill>
              </a:defRPr>
            </a:pPr>
            <a:r>
              <a:rPr sz="3525" b="1">
                <a:solidFill>
                  <a:srgbClr val="FFFFFF"/>
                </a:solidFill>
              </a:rPr>
              <a:t>Usability Evaluation of the</a:t>
            </a:r>
          </a:p>
          <a:p xmlns:a="http://schemas.openxmlformats.org/drawingml/2006/main">
            <a:pPr>
              <a:defRPr sz="3525" b="1">
                <a:solidFill>
                  <a:srgbClr val="FFFFFF"/>
                </a:solidFill>
              </a:defRPr>
            </a:pPr>
            <a:r>
              <a:rPr sz="3525" b="1">
                <a:solidFill>
                  <a:srgbClr val="FFFFFF"/>
                </a:solidFill>
              </a:rPr>
              <a:t>XJTLU Museum AI System</a:t>
            </a:r>
          </a:p>
        </p:txBody>
      </p:sp>
      <p:sp>
        <p:nvSpPr>
          <p:cNvPr id="7" name="">
            <a:extLst xmlns:a="http://schemas.openxmlformats.org/drawingml/2006/main">
              <a:ext uri="{FF2B5EF4-FFF2-40B4-BE49-F238E27FC236}">
                <a16:creationId xmlns:a16="http://schemas.microsoft.com/office/drawing/2014/main" id="{4D468B3A-288D-4F67-82D6-38B52D12F8DD}"/>
              </a:ext>
            </a:extLst>
          </p:cNvPr>
          <p:cNvSpPr>
            <a:spLocks xmlns:a="http://schemas.openxmlformats.org/drawingml/2006/main" noGrp="1"/>
          </p:cNvSpPr>
          <p:nvPr/>
        </p:nvSpPr>
        <p:spPr>
          <a:xfrm xmlns:a="http://schemas.openxmlformats.org/drawingml/2006/main">
            <a:off x="609600" y="3943350"/>
            <a:ext cx="904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C9D8E2"/>
                </a:solidFill>
              </a:defRPr>
            </a:defPPr>
            <a:lvl1pPr>
              <a:defRPr sz="1500" b="0">
                <a:solidFill>
                  <a:srgbClr val="C9D8E2"/>
                </a:solidFill>
              </a:defRPr>
            </a:lvl1pPr>
            <a:lvl2pPr>
              <a:defRPr sz="1500" b="0">
                <a:solidFill>
                  <a:srgbClr val="C9D8E2"/>
                </a:solidFill>
              </a:defRPr>
            </a:lvl2pPr>
            <a:lvl3pPr>
              <a:defRPr sz="1500" b="0">
                <a:solidFill>
                  <a:srgbClr val="C9D8E2"/>
                </a:solidFill>
              </a:defRPr>
            </a:lvl3pPr>
            <a:lvl4pPr>
              <a:defRPr sz="1500" b="0">
                <a:solidFill>
                  <a:srgbClr val="C9D8E2"/>
                </a:solidFill>
              </a:defRPr>
            </a:lvl4pPr>
            <a:lvl5pPr>
              <a:defRPr sz="1500" b="0">
                <a:solidFill>
                  <a:srgbClr val="C9D8E2"/>
                </a:solidFill>
              </a:defRPr>
            </a:lvl5pPr>
            <a:lvl6pPr>
              <a:defRPr sz="1500" b="0">
                <a:solidFill>
                  <a:srgbClr val="C9D8E2"/>
                </a:solidFill>
              </a:defRPr>
            </a:lvl6pPr>
            <a:lvl7pPr>
              <a:defRPr sz="1500" b="0">
                <a:solidFill>
                  <a:srgbClr val="C9D8E2"/>
                </a:solidFill>
              </a:defRPr>
            </a:lvl7pPr>
            <a:lvl8pPr>
              <a:defRPr sz="1500" b="0">
                <a:solidFill>
                  <a:srgbClr val="C9D8E2"/>
                </a:solidFill>
              </a:defRPr>
            </a:lvl8pPr>
            <a:lvl9pPr>
              <a:defRPr sz="1500" b="0">
                <a:solidFill>
                  <a:srgbClr val="C9D8E2"/>
                </a:solidFill>
              </a:defRPr>
            </a:lvl9pPr>
          </a:lstStyle>
          <a:p xmlns:a="http://schemas.openxmlformats.org/drawingml/2006/main">
            <a:pPr>
              <a:defRPr sz="1500" b="0">
                <a:solidFill>
                  <a:srgbClr val="C9D8E2"/>
                </a:solidFill>
              </a:defRPr>
            </a:pPr>
            <a:r>
              <a:rPr sz="1500" b="0">
                <a:solidFill>
                  <a:srgbClr val="C9D8E2"/>
                </a:solidFill>
              </a:rPr>
              <a:t>Task success, usability, and visitor barriers in a short museum session</a:t>
            </a:r>
          </a:p>
        </p:txBody>
      </p:sp>
      <p:sp>
        <p:nvSpPr>
          <p:cNvPr id="8" name="">
            <a:extLst xmlns:a="http://schemas.openxmlformats.org/drawingml/2006/main">
              <a:ext uri="{FF2B5EF4-FFF2-40B4-BE49-F238E27FC236}">
                <a16:creationId xmlns:a16="http://schemas.microsoft.com/office/drawing/2014/main" id="{E6065644-5175-4D01-B022-1DD51601DB48}"/>
              </a:ext>
            </a:extLst>
          </p:cNvPr>
          <p:cNvSpPr>
            <a:spLocks xmlns:a="http://schemas.openxmlformats.org/drawingml/2006/main" noGrp="1"/>
          </p:cNvSpPr>
          <p:nvPr/>
        </p:nvSpPr>
        <p:spPr>
          <a:xfrm xmlns:a="http://schemas.openxmlformats.org/drawingml/2006/main">
            <a:off x="609600" y="5124450"/>
            <a:ext cx="10972800" cy="9525"/>
          </a:xfrm>
          <a:prstGeom xmlns:a="http://schemas.openxmlformats.org/drawingml/2006/main" prst="rect">
            <a:avLst/>
          </a:prstGeom>
          <a:solidFill xmlns:a="http://schemas.openxmlformats.org/drawingml/2006/main">
            <a:srgbClr val="36536B"/>
          </a:solidFill>
          <a:ln xmlns:a="http://schemas.openxmlformats.org/drawingml/2006/main" w="0">
            <a:solidFill>
              <a:srgbClr val="36536B"/>
            </a:solidFill>
            <a:prstDash val="solid"/>
          </a:ln>
        </p:spPr>
      </p:sp>
      <p:sp>
        <p:nvSpPr>
          <p:cNvPr id="9" name="">
            <a:extLst xmlns:a="http://schemas.openxmlformats.org/drawingml/2006/main">
              <a:ext uri="{FF2B5EF4-FFF2-40B4-BE49-F238E27FC236}">
                <a16:creationId xmlns:a16="http://schemas.microsoft.com/office/drawing/2014/main" id="{5BA2DCC0-238D-4AC5-B1F1-6A36348A193B}"/>
              </a:ext>
            </a:extLst>
          </p:cNvPr>
          <p:cNvSpPr>
            <a:spLocks xmlns:a="http://schemas.openxmlformats.org/drawingml/2006/main" noGrp="1"/>
          </p:cNvSpPr>
          <p:nvPr/>
        </p:nvSpPr>
        <p:spPr>
          <a:xfrm xmlns:a="http://schemas.openxmlformats.org/drawingml/2006/main">
            <a:off x="6096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84CFC5"/>
                </a:solidFill>
              </a:defRPr>
            </a:defPPr>
            <a:lvl1pPr>
              <a:defRPr sz="825" b="1">
                <a:solidFill>
                  <a:srgbClr val="84CFC5"/>
                </a:solidFill>
              </a:defRPr>
            </a:lvl1pPr>
            <a:lvl2pPr>
              <a:defRPr sz="825" b="1">
                <a:solidFill>
                  <a:srgbClr val="84CFC5"/>
                </a:solidFill>
              </a:defRPr>
            </a:lvl2pPr>
            <a:lvl3pPr>
              <a:defRPr sz="825" b="1">
                <a:solidFill>
                  <a:srgbClr val="84CFC5"/>
                </a:solidFill>
              </a:defRPr>
            </a:lvl3pPr>
            <a:lvl4pPr>
              <a:defRPr sz="825" b="1">
                <a:solidFill>
                  <a:srgbClr val="84CFC5"/>
                </a:solidFill>
              </a:defRPr>
            </a:lvl4pPr>
            <a:lvl5pPr>
              <a:defRPr sz="825" b="1">
                <a:solidFill>
                  <a:srgbClr val="84CFC5"/>
                </a:solidFill>
              </a:defRPr>
            </a:lvl5pPr>
            <a:lvl6pPr>
              <a:defRPr sz="825" b="1">
                <a:solidFill>
                  <a:srgbClr val="84CFC5"/>
                </a:solidFill>
              </a:defRPr>
            </a:lvl6pPr>
            <a:lvl7pPr>
              <a:defRPr sz="825" b="1">
                <a:solidFill>
                  <a:srgbClr val="84CFC5"/>
                </a:solidFill>
              </a:defRPr>
            </a:lvl7pPr>
            <a:lvl8pPr>
              <a:defRPr sz="825" b="1">
                <a:solidFill>
                  <a:srgbClr val="84CFC5"/>
                </a:solidFill>
              </a:defRPr>
            </a:lvl8pPr>
            <a:lvl9pPr>
              <a:defRPr sz="825" b="1">
                <a:solidFill>
                  <a:srgbClr val="84CFC5"/>
                </a:solidFill>
              </a:defRPr>
            </a:lvl9pPr>
          </a:lstStyle>
          <a:p xmlns:a="http://schemas.openxmlformats.org/drawingml/2006/main">
            <a:pPr>
              <a:defRPr sz="825" b="1">
                <a:solidFill>
                  <a:srgbClr val="84CFC5"/>
                </a:solidFill>
              </a:defRPr>
            </a:pPr>
            <a:r>
              <a:rPr sz="825" b="1">
                <a:solidFill>
                  <a:srgbClr val="84CFC5"/>
                </a:solidFill>
              </a:rPr>
              <a:t>PRESENTATION 2</a:t>
            </a:r>
          </a:p>
        </p:txBody>
      </p:sp>
      <p:sp>
        <p:nvSpPr>
          <p:cNvPr id="10" name="">
            <a:extLst xmlns:a="http://schemas.openxmlformats.org/drawingml/2006/main">
              <a:ext uri="{FF2B5EF4-FFF2-40B4-BE49-F238E27FC236}">
                <a16:creationId xmlns:a16="http://schemas.microsoft.com/office/drawing/2014/main" id="{E247C945-2F90-4774-B4D3-25A2B4E16697}"/>
              </a:ext>
            </a:extLst>
          </p:cNvPr>
          <p:cNvSpPr>
            <a:spLocks xmlns:a="http://schemas.openxmlformats.org/drawingml/2006/main" noGrp="1"/>
          </p:cNvSpPr>
          <p:nvPr/>
        </p:nvSpPr>
        <p:spPr>
          <a:xfrm xmlns:a="http://schemas.openxmlformats.org/drawingml/2006/main">
            <a:off x="3429000"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84CFC5"/>
                </a:solidFill>
              </a:defRPr>
            </a:defPPr>
            <a:lvl1pPr>
              <a:defRPr sz="825" b="1">
                <a:solidFill>
                  <a:srgbClr val="84CFC5"/>
                </a:solidFill>
              </a:defRPr>
            </a:lvl1pPr>
            <a:lvl2pPr>
              <a:defRPr sz="825" b="1">
                <a:solidFill>
                  <a:srgbClr val="84CFC5"/>
                </a:solidFill>
              </a:defRPr>
            </a:lvl2pPr>
            <a:lvl3pPr>
              <a:defRPr sz="825" b="1">
                <a:solidFill>
                  <a:srgbClr val="84CFC5"/>
                </a:solidFill>
              </a:defRPr>
            </a:lvl3pPr>
            <a:lvl4pPr>
              <a:defRPr sz="825" b="1">
                <a:solidFill>
                  <a:srgbClr val="84CFC5"/>
                </a:solidFill>
              </a:defRPr>
            </a:lvl4pPr>
            <a:lvl5pPr>
              <a:defRPr sz="825" b="1">
                <a:solidFill>
                  <a:srgbClr val="84CFC5"/>
                </a:solidFill>
              </a:defRPr>
            </a:lvl5pPr>
            <a:lvl6pPr>
              <a:defRPr sz="825" b="1">
                <a:solidFill>
                  <a:srgbClr val="84CFC5"/>
                </a:solidFill>
              </a:defRPr>
            </a:lvl6pPr>
            <a:lvl7pPr>
              <a:defRPr sz="825" b="1">
                <a:solidFill>
                  <a:srgbClr val="84CFC5"/>
                </a:solidFill>
              </a:defRPr>
            </a:lvl7pPr>
            <a:lvl8pPr>
              <a:defRPr sz="825" b="1">
                <a:solidFill>
                  <a:srgbClr val="84CFC5"/>
                </a:solidFill>
              </a:defRPr>
            </a:lvl8pPr>
            <a:lvl9pPr>
              <a:defRPr sz="825" b="1">
                <a:solidFill>
                  <a:srgbClr val="84CFC5"/>
                </a:solidFill>
              </a:defRPr>
            </a:lvl9pPr>
          </a:lstStyle>
          <a:p xmlns:a="http://schemas.openxmlformats.org/drawingml/2006/main">
            <a:pPr>
              <a:defRPr sz="825" b="1">
                <a:solidFill>
                  <a:srgbClr val="84CFC5"/>
                </a:solidFill>
              </a:defRPr>
            </a:pPr>
            <a:r>
              <a:rPr sz="825" b="1">
                <a:solidFill>
                  <a:srgbClr val="84CFC5"/>
                </a:solidFill>
              </a:rPr>
              <a:t>GROUP H</a:t>
            </a:r>
          </a:p>
        </p:txBody>
      </p:sp>
      <p:sp>
        <p:nvSpPr>
          <p:cNvPr id="11" name="">
            <a:extLst xmlns:a="http://schemas.openxmlformats.org/drawingml/2006/main">
              <a:ext uri="{FF2B5EF4-FFF2-40B4-BE49-F238E27FC236}">
                <a16:creationId xmlns:a16="http://schemas.microsoft.com/office/drawing/2014/main" id="{896923E3-C40D-42E1-9E58-2E7D11B217DB}"/>
              </a:ext>
            </a:extLst>
          </p:cNvPr>
          <p:cNvSpPr>
            <a:spLocks xmlns:a="http://schemas.openxmlformats.org/drawingml/2006/main" noGrp="1"/>
          </p:cNvSpPr>
          <p:nvPr/>
        </p:nvSpPr>
        <p:spPr>
          <a:xfrm xmlns:a="http://schemas.openxmlformats.org/drawingml/2006/main">
            <a:off x="6553200" y="5429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84CFC5"/>
                </a:solidFill>
              </a:defRPr>
            </a:defPPr>
            <a:lvl1pPr>
              <a:defRPr sz="825" b="1">
                <a:solidFill>
                  <a:srgbClr val="84CFC5"/>
                </a:solidFill>
              </a:defRPr>
            </a:lvl1pPr>
            <a:lvl2pPr>
              <a:defRPr sz="825" b="1">
                <a:solidFill>
                  <a:srgbClr val="84CFC5"/>
                </a:solidFill>
              </a:defRPr>
            </a:lvl2pPr>
            <a:lvl3pPr>
              <a:defRPr sz="825" b="1">
                <a:solidFill>
                  <a:srgbClr val="84CFC5"/>
                </a:solidFill>
              </a:defRPr>
            </a:lvl3pPr>
            <a:lvl4pPr>
              <a:defRPr sz="825" b="1">
                <a:solidFill>
                  <a:srgbClr val="84CFC5"/>
                </a:solidFill>
              </a:defRPr>
            </a:lvl4pPr>
            <a:lvl5pPr>
              <a:defRPr sz="825" b="1">
                <a:solidFill>
                  <a:srgbClr val="84CFC5"/>
                </a:solidFill>
              </a:defRPr>
            </a:lvl5pPr>
            <a:lvl6pPr>
              <a:defRPr sz="825" b="1">
                <a:solidFill>
                  <a:srgbClr val="84CFC5"/>
                </a:solidFill>
              </a:defRPr>
            </a:lvl6pPr>
            <a:lvl7pPr>
              <a:defRPr sz="825" b="1">
                <a:solidFill>
                  <a:srgbClr val="84CFC5"/>
                </a:solidFill>
              </a:defRPr>
            </a:lvl7pPr>
            <a:lvl8pPr>
              <a:defRPr sz="825" b="1">
                <a:solidFill>
                  <a:srgbClr val="84CFC5"/>
                </a:solidFill>
              </a:defRPr>
            </a:lvl8pPr>
            <a:lvl9pPr>
              <a:defRPr sz="825" b="1">
                <a:solidFill>
                  <a:srgbClr val="84CFC5"/>
                </a:solidFill>
              </a:defRPr>
            </a:lvl9pPr>
          </a:lstStyle>
          <a:p xmlns:a="http://schemas.openxmlformats.org/drawingml/2006/main">
            <a:pPr>
              <a:defRPr sz="825" b="1">
                <a:solidFill>
                  <a:srgbClr val="84CFC5"/>
                </a:solidFill>
              </a:defRPr>
            </a:pPr>
            <a:r>
              <a:rPr sz="825" b="1">
                <a:solidFill>
                  <a:srgbClr val="84CFC5"/>
                </a:solidFill>
              </a:rPr>
              <a:t>19 OCTOBER 2026</a:t>
            </a:r>
          </a:p>
        </p:txBody>
      </p:sp>
      <p:sp>
        <p:nvSpPr>
          <p:cNvPr id="12" name="">
            <a:extLst xmlns:a="http://schemas.openxmlformats.org/drawingml/2006/main">
              <a:ext uri="{FF2B5EF4-FFF2-40B4-BE49-F238E27FC236}">
                <a16:creationId xmlns:a16="http://schemas.microsoft.com/office/drawing/2014/main" id="{660FA79E-A6B3-4523-8602-83FE3FFFE1EE}"/>
              </a:ext>
            </a:extLst>
          </p:cNvPr>
          <p:cNvSpPr>
            <a:spLocks xmlns:a="http://schemas.openxmlformats.org/drawingml/2006/main" noGrp="1"/>
          </p:cNvSpPr>
          <p:nvPr/>
        </p:nvSpPr>
        <p:spPr>
          <a:xfrm xmlns:a="http://schemas.openxmlformats.org/drawingml/2006/main">
            <a:off x="609600" y="5734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FFFFF"/>
                </a:solidFill>
              </a:defRPr>
            </a:defPPr>
            <a:lvl1pPr>
              <a:defRPr sz="1050" b="0">
                <a:solidFill>
                  <a:srgbClr val="FFFFFF"/>
                </a:solidFill>
              </a:defRPr>
            </a:lvl1pPr>
            <a:lvl2pPr>
              <a:defRPr sz="1050" b="0">
                <a:solidFill>
                  <a:srgbClr val="FFFFFF"/>
                </a:solidFill>
              </a:defRPr>
            </a:lvl2pPr>
            <a:lvl3pPr>
              <a:defRPr sz="1050" b="0">
                <a:solidFill>
                  <a:srgbClr val="FFFFFF"/>
                </a:solidFill>
              </a:defRPr>
            </a:lvl3pPr>
            <a:lvl4pPr>
              <a:defRPr sz="1050" b="0">
                <a:solidFill>
                  <a:srgbClr val="FFFFFF"/>
                </a:solidFill>
              </a:defRPr>
            </a:lvl4pPr>
            <a:lvl5pPr>
              <a:defRPr sz="1050" b="0">
                <a:solidFill>
                  <a:srgbClr val="FFFFFF"/>
                </a:solidFill>
              </a:defRPr>
            </a:lvl5pPr>
            <a:lvl6pPr>
              <a:defRPr sz="1050" b="0">
                <a:solidFill>
                  <a:srgbClr val="FFFFFF"/>
                </a:solidFill>
              </a:defRPr>
            </a:lvl6pPr>
            <a:lvl7pPr>
              <a:defRPr sz="1050" b="0">
                <a:solidFill>
                  <a:srgbClr val="FFFFFF"/>
                </a:solidFill>
              </a:defRPr>
            </a:lvl7pPr>
            <a:lvl8pPr>
              <a:defRPr sz="1050" b="0">
                <a:solidFill>
                  <a:srgbClr val="FFFFFF"/>
                </a:solidFill>
              </a:defRPr>
            </a:lvl8pPr>
            <a:lvl9pPr>
              <a:defRPr sz="1050" b="0">
                <a:solidFill>
                  <a:srgbClr val="FFFFFF"/>
                </a:solidFill>
              </a:defRPr>
            </a:lvl9pPr>
          </a:lstStyle>
          <a:p xmlns:a="http://schemas.openxmlformats.org/drawingml/2006/main">
            <a:pPr>
              <a:defRPr sz="1050" b="0">
                <a:solidFill>
                  <a:srgbClr val="FFFFFF"/>
                </a:solidFill>
              </a:defRPr>
            </a:pPr>
            <a:r>
              <a:rPr sz="1050" b="0">
                <a:solidFill>
                  <a:srgbClr val="FFFFFF"/>
                </a:solidFill>
              </a:rPr>
              <a:t>Research design and pilot plan</a:t>
            </a:r>
          </a:p>
        </p:txBody>
      </p:sp>
      <p:sp>
        <p:nvSpPr>
          <p:cNvPr id="13" name="">
            <a:extLst xmlns:a="http://schemas.openxmlformats.org/drawingml/2006/main">
              <a:ext uri="{FF2B5EF4-FFF2-40B4-BE49-F238E27FC236}">
                <a16:creationId xmlns:a16="http://schemas.microsoft.com/office/drawing/2014/main" id="{975CC825-9D8A-43A8-A0E4-7521CE444ACB}"/>
              </a:ext>
            </a:extLst>
          </p:cNvPr>
          <p:cNvSpPr>
            <a:spLocks xmlns:a="http://schemas.openxmlformats.org/drawingml/2006/main" noGrp="1"/>
          </p:cNvSpPr>
          <p:nvPr/>
        </p:nvSpPr>
        <p:spPr>
          <a:xfrm xmlns:a="http://schemas.openxmlformats.org/drawingml/2006/main">
            <a:off x="3429000" y="5705475"/>
            <a:ext cx="590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FFFFFF"/>
                </a:solidFill>
              </a:defRPr>
            </a:defPPr>
            <a:lvl1pPr>
              <a:defRPr sz="975" b="0">
                <a:solidFill>
                  <a:srgbClr val="FFFFFF"/>
                </a:solidFill>
              </a:defRPr>
            </a:lvl1pPr>
            <a:lvl2pPr>
              <a:defRPr sz="975" b="0">
                <a:solidFill>
                  <a:srgbClr val="FFFFFF"/>
                </a:solidFill>
              </a:defRPr>
            </a:lvl2pPr>
            <a:lvl3pPr>
              <a:defRPr sz="975" b="0">
                <a:solidFill>
                  <a:srgbClr val="FFFFFF"/>
                </a:solidFill>
              </a:defRPr>
            </a:lvl3pPr>
            <a:lvl4pPr>
              <a:defRPr sz="975" b="0">
                <a:solidFill>
                  <a:srgbClr val="FFFFFF"/>
                </a:solidFill>
              </a:defRPr>
            </a:lvl4pPr>
            <a:lvl5pPr>
              <a:defRPr sz="975" b="0">
                <a:solidFill>
                  <a:srgbClr val="FFFFFF"/>
                </a:solidFill>
              </a:defRPr>
            </a:lvl5pPr>
            <a:lvl6pPr>
              <a:defRPr sz="975" b="0">
                <a:solidFill>
                  <a:srgbClr val="FFFFFF"/>
                </a:solidFill>
              </a:defRPr>
            </a:lvl6pPr>
            <a:lvl7pPr>
              <a:defRPr sz="975" b="0">
                <a:solidFill>
                  <a:srgbClr val="FFFFFF"/>
                </a:solidFill>
              </a:defRPr>
            </a:lvl7pPr>
            <a:lvl8pPr>
              <a:defRPr sz="975" b="0">
                <a:solidFill>
                  <a:srgbClr val="FFFFFF"/>
                </a:solidFill>
              </a:defRPr>
            </a:lvl8pPr>
            <a:lvl9pPr>
              <a:defRPr sz="975" b="0">
                <a:solidFill>
                  <a:srgbClr val="FFFFFF"/>
                </a:solidFill>
              </a:defRPr>
            </a:lvl9pPr>
          </a:lstStyle>
          <a:p xmlns:a="http://schemas.openxmlformats.org/drawingml/2006/main">
            <a:pPr>
              <a:defRPr sz="975" b="0">
                <a:solidFill>
                  <a:srgbClr val="FFFFFF"/>
                </a:solidFill>
              </a:defRPr>
            </a:pPr>
            <a:r>
              <a:rPr sz="975" b="0">
                <a:solidFill>
                  <a:srgbClr val="FFFFFF"/>
                </a:solidFill>
              </a:rPr>
              <a:t>Cheng Qian 2687280  ·  Chen Cui 2687288</a:t>
            </a:r>
          </a:p>
          <a:p xmlns:a="http://schemas.openxmlformats.org/drawingml/2006/main">
            <a:pPr>
              <a:defRPr sz="975" b="0">
                <a:solidFill>
                  <a:srgbClr val="FFFFFF"/>
                </a:solidFill>
              </a:defRPr>
            </a:pPr>
            <a:r>
              <a:rPr sz="975" b="0">
                <a:solidFill>
                  <a:srgbClr val="FFFFFF"/>
                </a:solidFill>
              </a:rPr>
              <a:t>Ziqian Wang 2684921  ·  Simu He 2686299</a:t>
            </a:r>
          </a:p>
        </p:txBody>
      </p:sp>
      <p:sp>
        <p:nvSpPr>
          <p:cNvPr id="14" name="">
            <a:extLst xmlns:a="http://schemas.openxmlformats.org/drawingml/2006/main">
              <a:ext uri="{FF2B5EF4-FFF2-40B4-BE49-F238E27FC236}">
                <a16:creationId xmlns:a16="http://schemas.microsoft.com/office/drawing/2014/main" id="{98648802-A04E-4375-ADE8-2638B38B1BCE}"/>
              </a:ext>
            </a:extLst>
          </p:cNvPr>
          <p:cNvSpPr>
            <a:spLocks xmlns:a="http://schemas.openxmlformats.org/drawingml/2006/main" noGrp="1"/>
          </p:cNvSpPr>
          <p:nvPr/>
        </p:nvSpPr>
        <p:spPr>
          <a:xfrm xmlns:a="http://schemas.openxmlformats.org/drawingml/2006/main">
            <a:off x="9810750" y="5734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FFFFFF"/>
                </a:solidFill>
              </a:defRPr>
            </a:defPPr>
            <a:lvl1pPr>
              <a:defRPr sz="1050" b="0">
                <a:solidFill>
                  <a:srgbClr val="FFFFFF"/>
                </a:solidFill>
              </a:defRPr>
            </a:lvl1pPr>
            <a:lvl2pPr>
              <a:defRPr sz="1050" b="0">
                <a:solidFill>
                  <a:srgbClr val="FFFFFF"/>
                </a:solidFill>
              </a:defRPr>
            </a:lvl2pPr>
            <a:lvl3pPr>
              <a:defRPr sz="1050" b="0">
                <a:solidFill>
                  <a:srgbClr val="FFFFFF"/>
                </a:solidFill>
              </a:defRPr>
            </a:lvl3pPr>
            <a:lvl4pPr>
              <a:defRPr sz="1050" b="0">
                <a:solidFill>
                  <a:srgbClr val="FFFFFF"/>
                </a:solidFill>
              </a:defRPr>
            </a:lvl4pPr>
            <a:lvl5pPr>
              <a:defRPr sz="1050" b="0">
                <a:solidFill>
                  <a:srgbClr val="FFFFFF"/>
                </a:solidFill>
              </a:defRPr>
            </a:lvl5pPr>
            <a:lvl6pPr>
              <a:defRPr sz="1050" b="0">
                <a:solidFill>
                  <a:srgbClr val="FFFFFF"/>
                </a:solidFill>
              </a:defRPr>
            </a:lvl6pPr>
            <a:lvl7pPr>
              <a:defRPr sz="1050" b="0">
                <a:solidFill>
                  <a:srgbClr val="FFFFFF"/>
                </a:solidFill>
              </a:defRPr>
            </a:lvl7pPr>
            <a:lvl8pPr>
              <a:defRPr sz="1050" b="0">
                <a:solidFill>
                  <a:srgbClr val="FFFFFF"/>
                </a:solidFill>
              </a:defRPr>
            </a:lvl8pPr>
            <a:lvl9pPr>
              <a:defRPr sz="1050" b="0">
                <a:solidFill>
                  <a:srgbClr val="FFFFFF"/>
                </a:solidFill>
              </a:defRPr>
            </a:lvl9pPr>
          </a:lstStyle>
          <a:p xmlns:a="http://schemas.openxmlformats.org/drawingml/2006/main">
            <a:pPr>
              <a:defRPr sz="1050" b="0">
                <a:solidFill>
                  <a:srgbClr val="FFFFFF"/>
                </a:solidFill>
              </a:defRPr>
            </a:pPr>
            <a:r>
              <a:rPr sz="1050" b="0">
                <a:solidFill>
                  <a:srgbClr val="FFFFFF"/>
                </a:solidFill>
              </a:rPr>
              <a:t>3-minute presentation</a:t>
            </a:r>
          </a:p>
        </p:txBody>
      </p:sp>
    </p:spTree>
    <p:extLst>
      <p:ext uri="{BB962C8B-B14F-4D97-AF65-F5344CB8AC3E}">
        <p14:creationId xmlns:p14="http://schemas.microsoft.com/office/powerpoint/2010/main" val="1868996276"/>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E970B15-95B4-4053-8907-3E5BB8B61FAD}"/>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050C17E9-7DD4-4BDA-8EAD-A4DDEC374AE2}"/>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PROBLEM AND RESEARCH QUESTIONS</a:t>
            </a:r>
          </a:p>
        </p:txBody>
      </p:sp>
      <p:sp>
        <p:nvSpPr>
          <p:cNvPr id="3" name="">
            <a:extLst xmlns:a="http://schemas.openxmlformats.org/drawingml/2006/main">
              <a:ext uri="{FF2B5EF4-FFF2-40B4-BE49-F238E27FC236}">
                <a16:creationId xmlns:a16="http://schemas.microsoft.com/office/drawing/2014/main" id="{D512DE04-D973-4866-B442-48439D98DF50}"/>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A public AI guide must work without a manual</a:t>
            </a:r>
          </a:p>
        </p:txBody>
      </p:sp>
      <p:sp>
        <p:nvSpPr>
          <p:cNvPr id="4" name="">
            <a:extLst xmlns:a="http://schemas.openxmlformats.org/drawingml/2006/main">
              <a:ext uri="{FF2B5EF4-FFF2-40B4-BE49-F238E27FC236}">
                <a16:creationId xmlns:a16="http://schemas.microsoft.com/office/drawing/2014/main" id="{CB9F402F-1C16-4D42-9998-460A3E739500}"/>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85A96081-37E4-4DC0-98BF-DC481D7ACC5C}"/>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2 / 7</a:t>
            </a:r>
          </a:p>
        </p:txBody>
      </p:sp>
      <p:sp>
        <p:nvSpPr>
          <p:cNvPr id="6" name="">
            <a:extLst xmlns:a="http://schemas.openxmlformats.org/drawingml/2006/main">
              <a:ext uri="{FF2B5EF4-FFF2-40B4-BE49-F238E27FC236}">
                <a16:creationId xmlns:a16="http://schemas.microsoft.com/office/drawing/2014/main" id="{44293C9D-E82D-43FE-A9E2-70118FF2CE95}"/>
              </a:ext>
            </a:extLst>
          </p:cNvPr>
          <p:cNvSpPr>
            <a:spLocks xmlns:a="http://schemas.openxmlformats.org/drawingml/2006/main" noGrp="1"/>
          </p:cNvSpPr>
          <p:nvPr/>
        </p:nvSpPr>
        <p:spPr>
          <a:xfrm xmlns:a="http://schemas.openxmlformats.org/drawingml/2006/main">
            <a:off x="533400" y="2000250"/>
            <a:ext cx="5219700" cy="2762250"/>
          </a:xfrm>
          <a:prstGeom xmlns:a="http://schemas.openxmlformats.org/drawingml/2006/main" prst="rect">
            <a:avLst/>
          </a:prstGeom>
          <a:solidFill xmlns:a="http://schemas.openxmlformats.org/drawingml/2006/main">
            <a:srgbClr val="FBECE7"/>
          </a:solidFill>
          <a:ln xmlns:a="http://schemas.openxmlformats.org/drawingml/2006/main" w="0">
            <a:solidFill>
              <a:srgbClr val="FBECE7"/>
            </a:solidFill>
            <a:prstDash val="solid"/>
          </a:ln>
        </p:spPr>
      </p:sp>
      <p:sp>
        <p:nvSpPr>
          <p:cNvPr id="7" name="">
            <a:extLst xmlns:a="http://schemas.openxmlformats.org/drawingml/2006/main">
              <a:ext uri="{FF2B5EF4-FFF2-40B4-BE49-F238E27FC236}">
                <a16:creationId xmlns:a16="http://schemas.microsoft.com/office/drawing/2014/main" id="{8ABC020C-DCBC-47B8-81FE-6BB29437A9B8}"/>
              </a:ext>
            </a:extLst>
          </p:cNvPr>
          <p:cNvSpPr>
            <a:spLocks xmlns:a="http://schemas.openxmlformats.org/drawingml/2006/main" noGrp="1"/>
          </p:cNvSpPr>
          <p:nvPr/>
        </p:nvSpPr>
        <p:spPr>
          <a:xfrm xmlns:a="http://schemas.openxmlformats.org/drawingml/2006/main">
            <a:off x="533400" y="2000250"/>
            <a:ext cx="47625" cy="276225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8" name="">
            <a:extLst xmlns:a="http://schemas.openxmlformats.org/drawingml/2006/main">
              <a:ext uri="{FF2B5EF4-FFF2-40B4-BE49-F238E27FC236}">
                <a16:creationId xmlns:a16="http://schemas.microsoft.com/office/drawing/2014/main" id="{665AC625-4FAE-4A42-9252-D0EBDD860784}"/>
              </a:ext>
            </a:extLst>
          </p:cNvPr>
          <p:cNvSpPr>
            <a:spLocks xmlns:a="http://schemas.openxmlformats.org/drawingml/2006/main" noGrp="1"/>
          </p:cNvSpPr>
          <p:nvPr/>
        </p:nvSpPr>
        <p:spPr>
          <a:xfrm xmlns:a="http://schemas.openxmlformats.org/drawingml/2006/main">
            <a:off x="819150" y="22479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02A43"/>
                </a:solidFill>
              </a:defRPr>
            </a:defPPr>
            <a:lvl1pPr>
              <a:defRPr sz="1575" b="1">
                <a:solidFill>
                  <a:srgbClr val="102A43"/>
                </a:solidFill>
              </a:defRPr>
            </a:lvl1pPr>
            <a:lvl2pPr>
              <a:defRPr sz="1575" b="1">
                <a:solidFill>
                  <a:srgbClr val="102A43"/>
                </a:solidFill>
              </a:defRPr>
            </a:lvl2pPr>
            <a:lvl3pPr>
              <a:defRPr sz="1575" b="1">
                <a:solidFill>
                  <a:srgbClr val="102A43"/>
                </a:solidFill>
              </a:defRPr>
            </a:lvl3pPr>
            <a:lvl4pPr>
              <a:defRPr sz="1575" b="1">
                <a:solidFill>
                  <a:srgbClr val="102A43"/>
                </a:solidFill>
              </a:defRPr>
            </a:lvl4pPr>
            <a:lvl5pPr>
              <a:defRPr sz="1575" b="1">
                <a:solidFill>
                  <a:srgbClr val="102A43"/>
                </a:solidFill>
              </a:defRPr>
            </a:lvl5pPr>
            <a:lvl6pPr>
              <a:defRPr sz="1575" b="1">
                <a:solidFill>
                  <a:srgbClr val="102A43"/>
                </a:solidFill>
              </a:defRPr>
            </a:lvl6pPr>
            <a:lvl7pPr>
              <a:defRPr sz="1575" b="1">
                <a:solidFill>
                  <a:srgbClr val="102A43"/>
                </a:solidFill>
              </a:defRPr>
            </a:lvl7pPr>
            <a:lvl8pPr>
              <a:defRPr sz="1575" b="1">
                <a:solidFill>
                  <a:srgbClr val="102A43"/>
                </a:solidFill>
              </a:defRPr>
            </a:lvl8pPr>
            <a:lvl9pPr>
              <a:defRPr sz="1575" b="1">
                <a:solidFill>
                  <a:srgbClr val="102A43"/>
                </a:solidFill>
              </a:defRPr>
            </a:lvl9pPr>
          </a:lstStyle>
          <a:p xmlns:a="http://schemas.openxmlformats.org/drawingml/2006/main">
            <a:pPr>
              <a:defRPr sz="1575" b="1">
                <a:solidFill>
                  <a:srgbClr val="102A43"/>
                </a:solidFill>
              </a:defRPr>
            </a:pPr>
            <a:r>
              <a:rPr sz="1575" b="1">
                <a:solidFill>
                  <a:srgbClr val="102A43"/>
                </a:solidFill>
              </a:rPr>
              <a:t>The practical problem</a:t>
            </a:r>
          </a:p>
        </p:txBody>
      </p:sp>
      <p:sp>
        <p:nvSpPr>
          <p:cNvPr id="9" name="">
            <a:extLst xmlns:a="http://schemas.openxmlformats.org/drawingml/2006/main">
              <a:ext uri="{FF2B5EF4-FFF2-40B4-BE49-F238E27FC236}">
                <a16:creationId xmlns:a16="http://schemas.microsoft.com/office/drawing/2014/main" id="{C04EE1F9-46C7-49BB-ABD7-D975BA84AFA0}"/>
              </a:ext>
            </a:extLst>
          </p:cNvPr>
          <p:cNvSpPr>
            <a:spLocks xmlns:a="http://schemas.openxmlformats.org/drawingml/2006/main" noGrp="1"/>
          </p:cNvSpPr>
          <p:nvPr/>
        </p:nvSpPr>
        <p:spPr>
          <a:xfrm xmlns:a="http://schemas.openxmlformats.org/drawingml/2006/main">
            <a:off x="819150" y="27432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Visitors may not know how to start the guide, what to ask, where to go next, or how to recover from an unclear response.</a:t>
            </a:r>
          </a:p>
        </p:txBody>
      </p:sp>
      <p:sp>
        <p:nvSpPr>
          <p:cNvPr id="10" name="">
            <a:extLst xmlns:a="http://schemas.openxmlformats.org/drawingml/2006/main">
              <a:ext uri="{FF2B5EF4-FFF2-40B4-BE49-F238E27FC236}">
                <a16:creationId xmlns:a16="http://schemas.microsoft.com/office/drawing/2014/main" id="{2DC9BAC3-9FC0-453F-AEB8-56F1E9C81C14}"/>
              </a:ext>
            </a:extLst>
          </p:cNvPr>
          <p:cNvSpPr>
            <a:spLocks xmlns:a="http://schemas.openxmlformats.org/drawingml/2006/main" noGrp="1"/>
          </p:cNvSpPr>
          <p:nvPr/>
        </p:nvSpPr>
        <p:spPr>
          <a:xfrm xmlns:a="http://schemas.openxmlformats.org/drawingml/2006/main">
            <a:off x="819150" y="40195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07A8C"/>
                </a:solidFill>
              </a:defRPr>
            </a:defPPr>
            <a:lvl1pPr>
              <a:defRPr sz="1200" b="0">
                <a:solidFill>
                  <a:srgbClr val="607A8C"/>
                </a:solidFill>
              </a:defRPr>
            </a:lvl1pPr>
            <a:lvl2pPr>
              <a:defRPr sz="1200" b="0">
                <a:solidFill>
                  <a:srgbClr val="607A8C"/>
                </a:solidFill>
              </a:defRPr>
            </a:lvl2pPr>
            <a:lvl3pPr>
              <a:defRPr sz="1200" b="0">
                <a:solidFill>
                  <a:srgbClr val="607A8C"/>
                </a:solidFill>
              </a:defRPr>
            </a:lvl3pPr>
            <a:lvl4pPr>
              <a:defRPr sz="1200" b="0">
                <a:solidFill>
                  <a:srgbClr val="607A8C"/>
                </a:solidFill>
              </a:defRPr>
            </a:lvl4pPr>
            <a:lvl5pPr>
              <a:defRPr sz="1200" b="0">
                <a:solidFill>
                  <a:srgbClr val="607A8C"/>
                </a:solidFill>
              </a:defRPr>
            </a:lvl5pPr>
            <a:lvl6pPr>
              <a:defRPr sz="1200" b="0">
                <a:solidFill>
                  <a:srgbClr val="607A8C"/>
                </a:solidFill>
              </a:defRPr>
            </a:lvl6pPr>
            <a:lvl7pPr>
              <a:defRPr sz="1200" b="0">
                <a:solidFill>
                  <a:srgbClr val="607A8C"/>
                </a:solidFill>
              </a:defRPr>
            </a:lvl7pPr>
            <a:lvl8pPr>
              <a:defRPr sz="1200" b="0">
                <a:solidFill>
                  <a:srgbClr val="607A8C"/>
                </a:solidFill>
              </a:defRPr>
            </a:lvl8pPr>
            <a:lvl9pPr>
              <a:defRPr sz="1200" b="0">
                <a:solidFill>
                  <a:srgbClr val="607A8C"/>
                </a:solidFill>
              </a:defRPr>
            </a:lvl9pPr>
          </a:lstStyle>
          <a:p xmlns:a="http://schemas.openxmlformats.org/drawingml/2006/main">
            <a:pPr>
              <a:defRPr sz="1200" b="0">
                <a:solidFill>
                  <a:srgbClr val="607A8C"/>
                </a:solidFill>
              </a:defRPr>
            </a:pPr>
            <a:r>
              <a:rPr sz="1200" b="0">
                <a:solidFill>
                  <a:srgbClr val="607A8C"/>
                </a:solidFill>
              </a:rPr>
              <a:t>The Museum needs direct evidence about the actions visitors actually perform.</a:t>
            </a:r>
          </a:p>
        </p:txBody>
      </p:sp>
      <p:sp>
        <p:nvSpPr>
          <p:cNvPr id="11" name="">
            <a:extLst xmlns:a="http://schemas.openxmlformats.org/drawingml/2006/main">
              <a:ext uri="{FF2B5EF4-FFF2-40B4-BE49-F238E27FC236}">
                <a16:creationId xmlns:a16="http://schemas.microsoft.com/office/drawing/2014/main" id="{55A9654F-3FE9-474C-A77A-726E8FFEBA97}"/>
              </a:ext>
            </a:extLst>
          </p:cNvPr>
          <p:cNvSpPr>
            <a:spLocks xmlns:a="http://schemas.openxmlformats.org/drawingml/2006/main" noGrp="1"/>
          </p:cNvSpPr>
          <p:nvPr/>
        </p:nvSpPr>
        <p:spPr>
          <a:xfrm xmlns:a="http://schemas.openxmlformats.org/drawingml/2006/main">
            <a:off x="6191250" y="2038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F766E"/>
                </a:solidFill>
              </a:defRPr>
            </a:defPPr>
            <a:lvl1pPr>
              <a:defRPr sz="900" b="1">
                <a:solidFill>
                  <a:srgbClr val="0F766E"/>
                </a:solidFill>
              </a:defRPr>
            </a:lvl1pPr>
            <a:lvl2pPr>
              <a:defRPr sz="900" b="1">
                <a:solidFill>
                  <a:srgbClr val="0F766E"/>
                </a:solidFill>
              </a:defRPr>
            </a:lvl2pPr>
            <a:lvl3pPr>
              <a:defRPr sz="900" b="1">
                <a:solidFill>
                  <a:srgbClr val="0F766E"/>
                </a:solidFill>
              </a:defRPr>
            </a:lvl3pPr>
            <a:lvl4pPr>
              <a:defRPr sz="900" b="1">
                <a:solidFill>
                  <a:srgbClr val="0F766E"/>
                </a:solidFill>
              </a:defRPr>
            </a:lvl4pPr>
            <a:lvl5pPr>
              <a:defRPr sz="900" b="1">
                <a:solidFill>
                  <a:srgbClr val="0F766E"/>
                </a:solidFill>
              </a:defRPr>
            </a:lvl5pPr>
            <a:lvl6pPr>
              <a:defRPr sz="900" b="1">
                <a:solidFill>
                  <a:srgbClr val="0F766E"/>
                </a:solidFill>
              </a:defRPr>
            </a:lvl6pPr>
            <a:lvl7pPr>
              <a:defRPr sz="900" b="1">
                <a:solidFill>
                  <a:srgbClr val="0F766E"/>
                </a:solidFill>
              </a:defRPr>
            </a:lvl7pPr>
            <a:lvl8pPr>
              <a:defRPr sz="900" b="1">
                <a:solidFill>
                  <a:srgbClr val="0F766E"/>
                </a:solidFill>
              </a:defRPr>
            </a:lvl8pPr>
            <a:lvl9pPr>
              <a:defRPr sz="900" b="1">
                <a:solidFill>
                  <a:srgbClr val="0F766E"/>
                </a:solidFill>
              </a:defRPr>
            </a:lvl9pPr>
          </a:lstStyle>
          <a:p xmlns:a="http://schemas.openxmlformats.org/drawingml/2006/main">
            <a:pPr>
              <a:defRPr sz="900" b="1">
                <a:solidFill>
                  <a:srgbClr val="0F766E"/>
                </a:solidFill>
              </a:defRPr>
            </a:pPr>
            <a:r>
              <a:rPr sz="900" b="1">
                <a:solidFill>
                  <a:srgbClr val="0F766E"/>
                </a:solidFill>
              </a:rPr>
              <a:t>RQ1 · Task success</a:t>
            </a:r>
          </a:p>
        </p:txBody>
      </p:sp>
      <p:sp>
        <p:nvSpPr>
          <p:cNvPr id="12" name="">
            <a:extLst xmlns:a="http://schemas.openxmlformats.org/drawingml/2006/main">
              <a:ext uri="{FF2B5EF4-FFF2-40B4-BE49-F238E27FC236}">
                <a16:creationId xmlns:a16="http://schemas.microsoft.com/office/drawing/2014/main" id="{DD009987-52F7-4D8B-AE4D-E0A0ADC431E8}"/>
              </a:ext>
            </a:extLst>
          </p:cNvPr>
          <p:cNvSpPr>
            <a:spLocks xmlns:a="http://schemas.openxmlformats.org/drawingml/2006/main" noGrp="1"/>
          </p:cNvSpPr>
          <p:nvPr/>
        </p:nvSpPr>
        <p:spPr>
          <a:xfrm xmlns:a="http://schemas.openxmlformats.org/drawingml/2006/main">
            <a:off x="6191250" y="22955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102A43"/>
                </a:solidFill>
              </a:defRPr>
            </a:defPPr>
            <a:lvl1pPr>
              <a:defRPr sz="1350" b="0">
                <a:solidFill>
                  <a:srgbClr val="102A43"/>
                </a:solidFill>
              </a:defRPr>
            </a:lvl1pPr>
            <a:lvl2pPr>
              <a:defRPr sz="1350" b="0">
                <a:solidFill>
                  <a:srgbClr val="102A43"/>
                </a:solidFill>
              </a:defRPr>
            </a:lvl2pPr>
            <a:lvl3pPr>
              <a:defRPr sz="1350" b="0">
                <a:solidFill>
                  <a:srgbClr val="102A43"/>
                </a:solidFill>
              </a:defRPr>
            </a:lvl3pPr>
            <a:lvl4pPr>
              <a:defRPr sz="1350" b="0">
                <a:solidFill>
                  <a:srgbClr val="102A43"/>
                </a:solidFill>
              </a:defRPr>
            </a:lvl4pPr>
            <a:lvl5pPr>
              <a:defRPr sz="1350" b="0">
                <a:solidFill>
                  <a:srgbClr val="102A43"/>
                </a:solidFill>
              </a:defRPr>
            </a:lvl5pPr>
            <a:lvl6pPr>
              <a:defRPr sz="1350" b="0">
                <a:solidFill>
                  <a:srgbClr val="102A43"/>
                </a:solidFill>
              </a:defRPr>
            </a:lvl6pPr>
            <a:lvl7pPr>
              <a:defRPr sz="1350" b="0">
                <a:solidFill>
                  <a:srgbClr val="102A43"/>
                </a:solidFill>
              </a:defRPr>
            </a:lvl7pPr>
            <a:lvl8pPr>
              <a:defRPr sz="1350" b="0">
                <a:solidFill>
                  <a:srgbClr val="102A43"/>
                </a:solidFill>
              </a:defRPr>
            </a:lvl8pPr>
            <a:lvl9pPr>
              <a:defRPr sz="1350" b="0">
                <a:solidFill>
                  <a:srgbClr val="102A43"/>
                </a:solidFill>
              </a:defRPr>
            </a:lvl9pPr>
          </a:lstStyle>
          <a:p xmlns:a="http://schemas.openxmlformats.org/drawingml/2006/main">
            <a:pPr>
              <a:defRPr sz="1350" b="0">
                <a:solidFill>
                  <a:srgbClr val="102A43"/>
                </a:solidFill>
              </a:defRPr>
            </a:pPr>
            <a:r>
              <a:rPr sz="1350" b="0">
                <a:solidFill>
                  <a:srgbClr val="102A43"/>
                </a:solidFill>
              </a:rPr>
              <a:t>Can visitors complete the four core Museum AI tasks?</a:t>
            </a:r>
          </a:p>
        </p:txBody>
      </p:sp>
      <p:sp>
        <p:nvSpPr>
          <p:cNvPr id="13" name="">
            <a:extLst xmlns:a="http://schemas.openxmlformats.org/drawingml/2006/main">
              <a:ext uri="{FF2B5EF4-FFF2-40B4-BE49-F238E27FC236}">
                <a16:creationId xmlns:a16="http://schemas.microsoft.com/office/drawing/2014/main" id="{B3B01305-B81A-4B8A-ADC5-3ED4EA34DD86}"/>
              </a:ext>
            </a:extLst>
          </p:cNvPr>
          <p:cNvSpPr>
            <a:spLocks xmlns:a="http://schemas.openxmlformats.org/drawingml/2006/main" noGrp="1"/>
          </p:cNvSpPr>
          <p:nvPr/>
        </p:nvSpPr>
        <p:spPr>
          <a:xfrm xmlns:a="http://schemas.openxmlformats.org/drawingml/2006/main">
            <a:off x="6191250" y="3028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F766E"/>
                </a:solidFill>
              </a:defRPr>
            </a:defPPr>
            <a:lvl1pPr>
              <a:defRPr sz="900" b="1">
                <a:solidFill>
                  <a:srgbClr val="0F766E"/>
                </a:solidFill>
              </a:defRPr>
            </a:lvl1pPr>
            <a:lvl2pPr>
              <a:defRPr sz="900" b="1">
                <a:solidFill>
                  <a:srgbClr val="0F766E"/>
                </a:solidFill>
              </a:defRPr>
            </a:lvl2pPr>
            <a:lvl3pPr>
              <a:defRPr sz="900" b="1">
                <a:solidFill>
                  <a:srgbClr val="0F766E"/>
                </a:solidFill>
              </a:defRPr>
            </a:lvl3pPr>
            <a:lvl4pPr>
              <a:defRPr sz="900" b="1">
                <a:solidFill>
                  <a:srgbClr val="0F766E"/>
                </a:solidFill>
              </a:defRPr>
            </a:lvl4pPr>
            <a:lvl5pPr>
              <a:defRPr sz="900" b="1">
                <a:solidFill>
                  <a:srgbClr val="0F766E"/>
                </a:solidFill>
              </a:defRPr>
            </a:lvl5pPr>
            <a:lvl6pPr>
              <a:defRPr sz="900" b="1">
                <a:solidFill>
                  <a:srgbClr val="0F766E"/>
                </a:solidFill>
              </a:defRPr>
            </a:lvl6pPr>
            <a:lvl7pPr>
              <a:defRPr sz="900" b="1">
                <a:solidFill>
                  <a:srgbClr val="0F766E"/>
                </a:solidFill>
              </a:defRPr>
            </a:lvl7pPr>
            <a:lvl8pPr>
              <a:defRPr sz="900" b="1">
                <a:solidFill>
                  <a:srgbClr val="0F766E"/>
                </a:solidFill>
              </a:defRPr>
            </a:lvl8pPr>
            <a:lvl9pPr>
              <a:defRPr sz="900" b="1">
                <a:solidFill>
                  <a:srgbClr val="0F766E"/>
                </a:solidFill>
              </a:defRPr>
            </a:lvl9pPr>
          </a:lstStyle>
          <a:p xmlns:a="http://schemas.openxmlformats.org/drawingml/2006/main">
            <a:pPr>
              <a:defRPr sz="900" b="1">
                <a:solidFill>
                  <a:srgbClr val="0F766E"/>
                </a:solidFill>
              </a:defRPr>
            </a:pPr>
            <a:r>
              <a:rPr sz="900" b="1">
                <a:solidFill>
                  <a:srgbClr val="0F766E"/>
                </a:solidFill>
              </a:rPr>
              <a:t>RQ2 · Usability</a:t>
            </a:r>
          </a:p>
        </p:txBody>
      </p:sp>
      <p:sp>
        <p:nvSpPr>
          <p:cNvPr id="14" name="">
            <a:extLst xmlns:a="http://schemas.openxmlformats.org/drawingml/2006/main">
              <a:ext uri="{FF2B5EF4-FFF2-40B4-BE49-F238E27FC236}">
                <a16:creationId xmlns:a16="http://schemas.microsoft.com/office/drawing/2014/main" id="{2B80D500-46E9-4655-85F3-00941B7553F5}"/>
              </a:ext>
            </a:extLst>
          </p:cNvPr>
          <p:cNvSpPr>
            <a:spLocks xmlns:a="http://schemas.openxmlformats.org/drawingml/2006/main" noGrp="1"/>
          </p:cNvSpPr>
          <p:nvPr/>
        </p:nvSpPr>
        <p:spPr>
          <a:xfrm xmlns:a="http://schemas.openxmlformats.org/drawingml/2006/main">
            <a:off x="6191250" y="32861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102A43"/>
                </a:solidFill>
              </a:defRPr>
            </a:defPPr>
            <a:lvl1pPr>
              <a:defRPr sz="1350" b="0">
                <a:solidFill>
                  <a:srgbClr val="102A43"/>
                </a:solidFill>
              </a:defRPr>
            </a:lvl1pPr>
            <a:lvl2pPr>
              <a:defRPr sz="1350" b="0">
                <a:solidFill>
                  <a:srgbClr val="102A43"/>
                </a:solidFill>
              </a:defRPr>
            </a:lvl2pPr>
            <a:lvl3pPr>
              <a:defRPr sz="1350" b="0">
                <a:solidFill>
                  <a:srgbClr val="102A43"/>
                </a:solidFill>
              </a:defRPr>
            </a:lvl3pPr>
            <a:lvl4pPr>
              <a:defRPr sz="1350" b="0">
                <a:solidFill>
                  <a:srgbClr val="102A43"/>
                </a:solidFill>
              </a:defRPr>
            </a:lvl4pPr>
            <a:lvl5pPr>
              <a:defRPr sz="1350" b="0">
                <a:solidFill>
                  <a:srgbClr val="102A43"/>
                </a:solidFill>
              </a:defRPr>
            </a:lvl5pPr>
            <a:lvl6pPr>
              <a:defRPr sz="1350" b="0">
                <a:solidFill>
                  <a:srgbClr val="102A43"/>
                </a:solidFill>
              </a:defRPr>
            </a:lvl6pPr>
            <a:lvl7pPr>
              <a:defRPr sz="1350" b="0">
                <a:solidFill>
                  <a:srgbClr val="102A43"/>
                </a:solidFill>
              </a:defRPr>
            </a:lvl7pPr>
            <a:lvl8pPr>
              <a:defRPr sz="1350" b="0">
                <a:solidFill>
                  <a:srgbClr val="102A43"/>
                </a:solidFill>
              </a:defRPr>
            </a:lvl8pPr>
            <a:lvl9pPr>
              <a:defRPr sz="1350" b="0">
                <a:solidFill>
                  <a:srgbClr val="102A43"/>
                </a:solidFill>
              </a:defRPr>
            </a:lvl9pPr>
          </a:lstStyle>
          <a:p xmlns:a="http://schemas.openxmlformats.org/drawingml/2006/main">
            <a:pPr>
              <a:defRPr sz="1350" b="0">
                <a:solidFill>
                  <a:srgbClr val="102A43"/>
                </a:solidFill>
              </a:defRPr>
            </a:pPr>
            <a:r>
              <a:rPr sz="1350" b="0">
                <a:solidFill>
                  <a:srgbClr val="102A43"/>
                </a:solidFill>
              </a:rPr>
              <a:t>How usable and efficient is the system according to task performance and SUS?</a:t>
            </a:r>
          </a:p>
        </p:txBody>
      </p:sp>
      <p:sp>
        <p:nvSpPr>
          <p:cNvPr id="15" name="">
            <a:extLst xmlns:a="http://schemas.openxmlformats.org/drawingml/2006/main">
              <a:ext uri="{FF2B5EF4-FFF2-40B4-BE49-F238E27FC236}">
                <a16:creationId xmlns:a16="http://schemas.microsoft.com/office/drawing/2014/main" id="{49726E5F-8314-4B74-8895-EE371727BEAF}"/>
              </a:ext>
            </a:extLst>
          </p:cNvPr>
          <p:cNvSpPr>
            <a:spLocks xmlns:a="http://schemas.openxmlformats.org/drawingml/2006/main" noGrp="1"/>
          </p:cNvSpPr>
          <p:nvPr/>
        </p:nvSpPr>
        <p:spPr>
          <a:xfrm xmlns:a="http://schemas.openxmlformats.org/drawingml/2006/main">
            <a:off x="6191250" y="40195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F766E"/>
                </a:solidFill>
              </a:defRPr>
            </a:defPPr>
            <a:lvl1pPr>
              <a:defRPr sz="900" b="1">
                <a:solidFill>
                  <a:srgbClr val="0F766E"/>
                </a:solidFill>
              </a:defRPr>
            </a:lvl1pPr>
            <a:lvl2pPr>
              <a:defRPr sz="900" b="1">
                <a:solidFill>
                  <a:srgbClr val="0F766E"/>
                </a:solidFill>
              </a:defRPr>
            </a:lvl2pPr>
            <a:lvl3pPr>
              <a:defRPr sz="900" b="1">
                <a:solidFill>
                  <a:srgbClr val="0F766E"/>
                </a:solidFill>
              </a:defRPr>
            </a:lvl3pPr>
            <a:lvl4pPr>
              <a:defRPr sz="900" b="1">
                <a:solidFill>
                  <a:srgbClr val="0F766E"/>
                </a:solidFill>
              </a:defRPr>
            </a:lvl4pPr>
            <a:lvl5pPr>
              <a:defRPr sz="900" b="1">
                <a:solidFill>
                  <a:srgbClr val="0F766E"/>
                </a:solidFill>
              </a:defRPr>
            </a:lvl5pPr>
            <a:lvl6pPr>
              <a:defRPr sz="900" b="1">
                <a:solidFill>
                  <a:srgbClr val="0F766E"/>
                </a:solidFill>
              </a:defRPr>
            </a:lvl6pPr>
            <a:lvl7pPr>
              <a:defRPr sz="900" b="1">
                <a:solidFill>
                  <a:srgbClr val="0F766E"/>
                </a:solidFill>
              </a:defRPr>
            </a:lvl7pPr>
            <a:lvl8pPr>
              <a:defRPr sz="900" b="1">
                <a:solidFill>
                  <a:srgbClr val="0F766E"/>
                </a:solidFill>
              </a:defRPr>
            </a:lvl8pPr>
            <a:lvl9pPr>
              <a:defRPr sz="900" b="1">
                <a:solidFill>
                  <a:srgbClr val="0F766E"/>
                </a:solidFill>
              </a:defRPr>
            </a:lvl9pPr>
          </a:lstStyle>
          <a:p xmlns:a="http://schemas.openxmlformats.org/drawingml/2006/main">
            <a:pPr>
              <a:defRPr sz="900" b="1">
                <a:solidFill>
                  <a:srgbClr val="0F766E"/>
                </a:solidFill>
              </a:defRPr>
            </a:pPr>
            <a:r>
              <a:rPr sz="900" b="1">
                <a:solidFill>
                  <a:srgbClr val="0F766E"/>
                </a:solidFill>
              </a:rPr>
              <a:t>RQ3 · Barriers</a:t>
            </a:r>
          </a:p>
        </p:txBody>
      </p:sp>
      <p:sp>
        <p:nvSpPr>
          <p:cNvPr id="16" name="">
            <a:extLst xmlns:a="http://schemas.openxmlformats.org/drawingml/2006/main">
              <a:ext uri="{FF2B5EF4-FFF2-40B4-BE49-F238E27FC236}">
                <a16:creationId xmlns:a16="http://schemas.microsoft.com/office/drawing/2014/main" id="{1C6D03E7-5F0E-4A80-B75F-31E8F9A1ACCE}"/>
              </a:ext>
            </a:extLst>
          </p:cNvPr>
          <p:cNvSpPr>
            <a:spLocks xmlns:a="http://schemas.openxmlformats.org/drawingml/2006/main" noGrp="1"/>
          </p:cNvSpPr>
          <p:nvPr/>
        </p:nvSpPr>
        <p:spPr>
          <a:xfrm xmlns:a="http://schemas.openxmlformats.org/drawingml/2006/main">
            <a:off x="6191250" y="42767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102A43"/>
                </a:solidFill>
              </a:defRPr>
            </a:defPPr>
            <a:lvl1pPr>
              <a:defRPr sz="1350" b="0">
                <a:solidFill>
                  <a:srgbClr val="102A43"/>
                </a:solidFill>
              </a:defRPr>
            </a:lvl1pPr>
            <a:lvl2pPr>
              <a:defRPr sz="1350" b="0">
                <a:solidFill>
                  <a:srgbClr val="102A43"/>
                </a:solidFill>
              </a:defRPr>
            </a:lvl2pPr>
            <a:lvl3pPr>
              <a:defRPr sz="1350" b="0">
                <a:solidFill>
                  <a:srgbClr val="102A43"/>
                </a:solidFill>
              </a:defRPr>
            </a:lvl3pPr>
            <a:lvl4pPr>
              <a:defRPr sz="1350" b="0">
                <a:solidFill>
                  <a:srgbClr val="102A43"/>
                </a:solidFill>
              </a:defRPr>
            </a:lvl4pPr>
            <a:lvl5pPr>
              <a:defRPr sz="1350" b="0">
                <a:solidFill>
                  <a:srgbClr val="102A43"/>
                </a:solidFill>
              </a:defRPr>
            </a:lvl5pPr>
            <a:lvl6pPr>
              <a:defRPr sz="1350" b="0">
                <a:solidFill>
                  <a:srgbClr val="102A43"/>
                </a:solidFill>
              </a:defRPr>
            </a:lvl6pPr>
            <a:lvl7pPr>
              <a:defRPr sz="1350" b="0">
                <a:solidFill>
                  <a:srgbClr val="102A43"/>
                </a:solidFill>
              </a:defRPr>
            </a:lvl7pPr>
            <a:lvl8pPr>
              <a:defRPr sz="1350" b="0">
                <a:solidFill>
                  <a:srgbClr val="102A43"/>
                </a:solidFill>
              </a:defRPr>
            </a:lvl8pPr>
            <a:lvl9pPr>
              <a:defRPr sz="1350" b="0">
                <a:solidFill>
                  <a:srgbClr val="102A43"/>
                </a:solidFill>
              </a:defRPr>
            </a:lvl9pPr>
          </a:lstStyle>
          <a:p xmlns:a="http://schemas.openxmlformats.org/drawingml/2006/main">
            <a:pPr>
              <a:defRPr sz="1350" b="0">
                <a:solidFill>
                  <a:srgbClr val="102A43"/>
                </a:solidFill>
              </a:defRPr>
            </a:pPr>
            <a:r>
              <a:rPr sz="1350" b="0">
                <a:solidFill>
                  <a:srgbClr val="102A43"/>
                </a:solidFill>
              </a:rPr>
              <a:t>Which onboarding, navigation, answer, or recovery barriers recur?</a:t>
            </a:r>
          </a:p>
        </p:txBody>
      </p:sp>
      <p:sp>
        <p:nvSpPr>
          <p:cNvPr id="17" name="">
            <a:extLst xmlns:a="http://schemas.openxmlformats.org/drawingml/2006/main">
              <a:ext uri="{FF2B5EF4-FFF2-40B4-BE49-F238E27FC236}">
                <a16:creationId xmlns:a16="http://schemas.microsoft.com/office/drawing/2014/main" id="{A1B2E76E-742F-4ADA-857C-804E59806F14}"/>
              </a:ext>
            </a:extLst>
          </p:cNvPr>
          <p:cNvSpPr>
            <a:spLocks xmlns:a="http://schemas.openxmlformats.org/drawingml/2006/main" noGrp="1"/>
          </p:cNvSpPr>
          <p:nvPr/>
        </p:nvSpPr>
        <p:spPr>
          <a:xfrm xmlns:a="http://schemas.openxmlformats.org/drawingml/2006/main">
            <a:off x="533400" y="5219700"/>
            <a:ext cx="11125200" cy="66675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18" name="">
            <a:extLst xmlns:a="http://schemas.openxmlformats.org/drawingml/2006/main">
              <a:ext uri="{FF2B5EF4-FFF2-40B4-BE49-F238E27FC236}">
                <a16:creationId xmlns:a16="http://schemas.microsoft.com/office/drawing/2014/main" id="{C3DC3EC8-B32D-4DBB-B84B-CC5DBCDBD06B}"/>
              </a:ext>
            </a:extLst>
          </p:cNvPr>
          <p:cNvSpPr>
            <a:spLocks xmlns:a="http://schemas.openxmlformats.org/drawingml/2006/main" noGrp="1"/>
          </p:cNvSpPr>
          <p:nvPr/>
        </p:nvSpPr>
        <p:spPr>
          <a:xfrm xmlns:a="http://schemas.openxmlformats.org/drawingml/2006/main">
            <a:off x="781050" y="54483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F0C75E"/>
                </a:solidFill>
              </a:defRPr>
            </a:defPPr>
            <a:lvl1pPr>
              <a:defRPr sz="750" b="1">
                <a:solidFill>
                  <a:srgbClr val="F0C75E"/>
                </a:solidFill>
              </a:defRPr>
            </a:lvl1pPr>
            <a:lvl2pPr>
              <a:defRPr sz="750" b="1">
                <a:solidFill>
                  <a:srgbClr val="F0C75E"/>
                </a:solidFill>
              </a:defRPr>
            </a:lvl2pPr>
            <a:lvl3pPr>
              <a:defRPr sz="750" b="1">
                <a:solidFill>
                  <a:srgbClr val="F0C75E"/>
                </a:solidFill>
              </a:defRPr>
            </a:lvl3pPr>
            <a:lvl4pPr>
              <a:defRPr sz="750" b="1">
                <a:solidFill>
                  <a:srgbClr val="F0C75E"/>
                </a:solidFill>
              </a:defRPr>
            </a:lvl4pPr>
            <a:lvl5pPr>
              <a:defRPr sz="750" b="1">
                <a:solidFill>
                  <a:srgbClr val="F0C75E"/>
                </a:solidFill>
              </a:defRPr>
            </a:lvl5pPr>
            <a:lvl6pPr>
              <a:defRPr sz="750" b="1">
                <a:solidFill>
                  <a:srgbClr val="F0C75E"/>
                </a:solidFill>
              </a:defRPr>
            </a:lvl6pPr>
            <a:lvl7pPr>
              <a:defRPr sz="750" b="1">
                <a:solidFill>
                  <a:srgbClr val="F0C75E"/>
                </a:solidFill>
              </a:defRPr>
            </a:lvl7pPr>
            <a:lvl8pPr>
              <a:defRPr sz="750" b="1">
                <a:solidFill>
                  <a:srgbClr val="F0C75E"/>
                </a:solidFill>
              </a:defRPr>
            </a:lvl8pPr>
            <a:lvl9pPr>
              <a:defRPr sz="750" b="1">
                <a:solidFill>
                  <a:srgbClr val="F0C75E"/>
                </a:solidFill>
              </a:defRPr>
            </a:lvl9pPr>
          </a:lstStyle>
          <a:p xmlns:a="http://schemas.openxmlformats.org/drawingml/2006/main">
            <a:pPr>
              <a:defRPr sz="750" b="1">
                <a:solidFill>
                  <a:srgbClr val="F0C75E"/>
                </a:solidFill>
              </a:defRPr>
            </a:pPr>
            <a:r>
              <a:rPr sz="750" b="1">
                <a:solidFill>
                  <a:srgbClr val="F0C75E"/>
                </a:solidFill>
              </a:rPr>
              <a:t>TARGET USERS</a:t>
            </a:r>
          </a:p>
        </p:txBody>
      </p:sp>
      <p:sp>
        <p:nvSpPr>
          <p:cNvPr id="19" name="">
            <a:extLst xmlns:a="http://schemas.openxmlformats.org/drawingml/2006/main">
              <a:ext uri="{FF2B5EF4-FFF2-40B4-BE49-F238E27FC236}">
                <a16:creationId xmlns:a16="http://schemas.microsoft.com/office/drawing/2014/main" id="{AB69D77B-6EA0-4036-841C-6EAB191EDCED}"/>
              </a:ext>
            </a:extLst>
          </p:cNvPr>
          <p:cNvSpPr>
            <a:spLocks xmlns:a="http://schemas.openxmlformats.org/drawingml/2006/main" noGrp="1"/>
          </p:cNvSpPr>
          <p:nvPr/>
        </p:nvSpPr>
        <p:spPr>
          <a:xfrm xmlns:a="http://schemas.openxmlformats.org/drawingml/2006/main">
            <a:off x="2362200" y="5400675"/>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FFFFFF"/>
                </a:solidFill>
              </a:defRPr>
            </a:defPPr>
            <a:lvl1pPr>
              <a:defRPr sz="1125" b="0">
                <a:solidFill>
                  <a:srgbClr val="FFFFFF"/>
                </a:solidFill>
              </a:defRPr>
            </a:lvl1pPr>
            <a:lvl2pPr>
              <a:defRPr sz="1125" b="0">
                <a:solidFill>
                  <a:srgbClr val="FFFFFF"/>
                </a:solidFill>
              </a:defRPr>
            </a:lvl2pPr>
            <a:lvl3pPr>
              <a:defRPr sz="1125" b="0">
                <a:solidFill>
                  <a:srgbClr val="FFFFFF"/>
                </a:solidFill>
              </a:defRPr>
            </a:lvl3pPr>
            <a:lvl4pPr>
              <a:defRPr sz="1125" b="0">
                <a:solidFill>
                  <a:srgbClr val="FFFFFF"/>
                </a:solidFill>
              </a:defRPr>
            </a:lvl4pPr>
            <a:lvl5pPr>
              <a:defRPr sz="1125" b="0">
                <a:solidFill>
                  <a:srgbClr val="FFFFFF"/>
                </a:solidFill>
              </a:defRPr>
            </a:lvl5pPr>
            <a:lvl6pPr>
              <a:defRPr sz="1125" b="0">
                <a:solidFill>
                  <a:srgbClr val="FFFFFF"/>
                </a:solidFill>
              </a:defRPr>
            </a:lvl6pPr>
            <a:lvl7pPr>
              <a:defRPr sz="1125" b="0">
                <a:solidFill>
                  <a:srgbClr val="FFFFFF"/>
                </a:solidFill>
              </a:defRPr>
            </a:lvl7pPr>
            <a:lvl8pPr>
              <a:defRPr sz="1125" b="0">
                <a:solidFill>
                  <a:srgbClr val="FFFFFF"/>
                </a:solidFill>
              </a:defRPr>
            </a:lvl8pPr>
            <a:lvl9pPr>
              <a:defRPr sz="1125" b="0">
                <a:solidFill>
                  <a:srgbClr val="FFFFFF"/>
                </a:solidFill>
              </a:defRPr>
            </a:lvl9pPr>
          </a:lstStyle>
          <a:p xmlns:a="http://schemas.openxmlformats.org/drawingml/2006/main">
            <a:pPr>
              <a:defRPr sz="1125" b="0">
                <a:solidFill>
                  <a:srgbClr val="FFFFFF"/>
                </a:solidFill>
              </a:defRPr>
            </a:pPr>
            <a:r>
              <a:rPr sz="1125" b="0">
                <a:solidFill>
                  <a:srgbClr val="FFFFFF"/>
                </a:solidFill>
              </a:rPr>
              <a:t>XJTLU students and staff, 18+, with mixed digital confidence and museum experience</a:t>
            </a:r>
          </a:p>
        </p:txBody>
      </p:sp>
    </p:spTree>
    <p:extLst>
      <p:ext uri="{BB962C8B-B14F-4D97-AF65-F5344CB8AC3E}">
        <p14:creationId xmlns:p14="http://schemas.microsoft.com/office/powerpoint/2010/main" val="236718982"/>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B929952-AA43-4C40-A67A-A78490538C3A}"/>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7883DF4A-BD50-46FB-9A7C-6F38C2C0FA6F}"/>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STUDY DESIGN</a:t>
            </a:r>
          </a:p>
        </p:txBody>
      </p:sp>
      <p:sp>
        <p:nvSpPr>
          <p:cNvPr id="3" name="">
            <a:extLst xmlns:a="http://schemas.openxmlformats.org/drawingml/2006/main">
              <a:ext uri="{FF2B5EF4-FFF2-40B4-BE49-F238E27FC236}">
                <a16:creationId xmlns:a16="http://schemas.microsoft.com/office/drawing/2014/main" id="{AF6AC318-1D17-4AF5-B911-D8851B1E15B6}"/>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Four tasks follow the visitor journey</a:t>
            </a:r>
          </a:p>
        </p:txBody>
      </p:sp>
      <p:sp>
        <p:nvSpPr>
          <p:cNvPr id="4" name="">
            <a:extLst xmlns:a="http://schemas.openxmlformats.org/drawingml/2006/main">
              <a:ext uri="{FF2B5EF4-FFF2-40B4-BE49-F238E27FC236}">
                <a16:creationId xmlns:a16="http://schemas.microsoft.com/office/drawing/2014/main" id="{51852F81-6C8A-4FB1-9A0C-5AA8B3098DCA}"/>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A45E0050-1A77-4ED7-BC8C-800381C6085B}"/>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3 / 7</a:t>
            </a:r>
          </a:p>
        </p:txBody>
      </p:sp>
      <p:sp>
        <p:nvSpPr>
          <p:cNvPr id="6" name="">
            <a:extLst xmlns:a="http://schemas.openxmlformats.org/drawingml/2006/main">
              <a:ext uri="{FF2B5EF4-FFF2-40B4-BE49-F238E27FC236}">
                <a16:creationId xmlns:a16="http://schemas.microsoft.com/office/drawing/2014/main" id="{37782567-6B8C-4FE7-8781-206B20254741}"/>
              </a:ext>
            </a:extLst>
          </p:cNvPr>
          <p:cNvSpPr>
            <a:spLocks xmlns:a="http://schemas.openxmlformats.org/drawingml/2006/main" noGrp="1"/>
          </p:cNvSpPr>
          <p:nvPr/>
        </p:nvSpPr>
        <p:spPr>
          <a:xfrm xmlns:a="http://schemas.openxmlformats.org/drawingml/2006/main">
            <a:off x="533400" y="2047875"/>
            <a:ext cx="255270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7" name="">
            <a:extLst xmlns:a="http://schemas.openxmlformats.org/drawingml/2006/main">
              <a:ext uri="{FF2B5EF4-FFF2-40B4-BE49-F238E27FC236}">
                <a16:creationId xmlns:a16="http://schemas.microsoft.com/office/drawing/2014/main" id="{51C386A9-F751-4986-9A51-A668FFC270F3}"/>
              </a:ext>
            </a:extLst>
          </p:cNvPr>
          <p:cNvSpPr>
            <a:spLocks xmlns:a="http://schemas.openxmlformats.org/drawingml/2006/main" noGrp="1"/>
          </p:cNvSpPr>
          <p:nvPr/>
        </p:nvSpPr>
        <p:spPr>
          <a:xfrm xmlns:a="http://schemas.openxmlformats.org/drawingml/2006/main">
            <a:off x="533400" y="2047875"/>
            <a:ext cx="2552700" cy="571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C7DC8434-AC8B-4C9B-A8DB-9F08A11B5A39}"/>
              </a:ext>
            </a:extLst>
          </p:cNvPr>
          <p:cNvSpPr>
            <a:spLocks xmlns:a="http://schemas.openxmlformats.org/drawingml/2006/main" noGrp="1"/>
          </p:cNvSpPr>
          <p:nvPr/>
        </p:nvSpPr>
        <p:spPr>
          <a:xfrm xmlns:a="http://schemas.openxmlformats.org/drawingml/2006/main">
            <a:off x="723900" y="23336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607A8C"/>
                </a:solidFill>
              </a:defRPr>
            </a:defPPr>
            <a:lvl1pPr>
              <a:defRPr sz="750" b="1">
                <a:solidFill>
                  <a:srgbClr val="607A8C"/>
                </a:solidFill>
              </a:defRPr>
            </a:lvl1pPr>
            <a:lvl2pPr>
              <a:defRPr sz="750" b="1">
                <a:solidFill>
                  <a:srgbClr val="607A8C"/>
                </a:solidFill>
              </a:defRPr>
            </a:lvl2pPr>
            <a:lvl3pPr>
              <a:defRPr sz="750" b="1">
                <a:solidFill>
                  <a:srgbClr val="607A8C"/>
                </a:solidFill>
              </a:defRPr>
            </a:lvl3pPr>
            <a:lvl4pPr>
              <a:defRPr sz="750" b="1">
                <a:solidFill>
                  <a:srgbClr val="607A8C"/>
                </a:solidFill>
              </a:defRPr>
            </a:lvl4pPr>
            <a:lvl5pPr>
              <a:defRPr sz="750" b="1">
                <a:solidFill>
                  <a:srgbClr val="607A8C"/>
                </a:solidFill>
              </a:defRPr>
            </a:lvl5pPr>
            <a:lvl6pPr>
              <a:defRPr sz="750" b="1">
                <a:solidFill>
                  <a:srgbClr val="607A8C"/>
                </a:solidFill>
              </a:defRPr>
            </a:lvl6pPr>
            <a:lvl7pPr>
              <a:defRPr sz="750" b="1">
                <a:solidFill>
                  <a:srgbClr val="607A8C"/>
                </a:solidFill>
              </a:defRPr>
            </a:lvl7pPr>
            <a:lvl8pPr>
              <a:defRPr sz="750" b="1">
                <a:solidFill>
                  <a:srgbClr val="607A8C"/>
                </a:solidFill>
              </a:defRPr>
            </a:lvl8pPr>
            <a:lvl9pPr>
              <a:defRPr sz="750" b="1">
                <a:solidFill>
                  <a:srgbClr val="607A8C"/>
                </a:solidFill>
              </a:defRPr>
            </a:lvl9pPr>
          </a:lstStyle>
          <a:p xmlns:a="http://schemas.openxmlformats.org/drawingml/2006/main">
            <a:pPr>
              <a:defRPr sz="750" b="1">
                <a:solidFill>
                  <a:srgbClr val="607A8C"/>
                </a:solidFill>
              </a:defRPr>
            </a:pPr>
            <a:r>
              <a:rPr sz="750" b="1">
                <a:solidFill>
                  <a:srgbClr val="607A8C"/>
                </a:solidFill>
              </a:rPr>
              <a:t>TASK 01</a:t>
            </a:r>
          </a:p>
        </p:txBody>
      </p:sp>
      <p:sp>
        <p:nvSpPr>
          <p:cNvPr id="9" name="">
            <a:extLst xmlns:a="http://schemas.openxmlformats.org/drawingml/2006/main">
              <a:ext uri="{FF2B5EF4-FFF2-40B4-BE49-F238E27FC236}">
                <a16:creationId xmlns:a16="http://schemas.microsoft.com/office/drawing/2014/main" id="{3F8B3AE5-F1FB-4832-B145-02421F422B0E}"/>
              </a:ext>
            </a:extLst>
          </p:cNvPr>
          <p:cNvSpPr>
            <a:spLocks xmlns:a="http://schemas.openxmlformats.org/drawingml/2006/main" noGrp="1"/>
          </p:cNvSpPr>
          <p:nvPr/>
        </p:nvSpPr>
        <p:spPr>
          <a:xfrm xmlns:a="http://schemas.openxmlformats.org/drawingml/2006/main">
            <a:off x="723900" y="271462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02A43"/>
                </a:solidFill>
              </a:defRPr>
            </a:defPPr>
            <a:lvl1pPr>
              <a:defRPr sz="1875" b="1">
                <a:solidFill>
                  <a:srgbClr val="102A43"/>
                </a:solidFill>
              </a:defRPr>
            </a:lvl1pPr>
            <a:lvl2pPr>
              <a:defRPr sz="1875" b="1">
                <a:solidFill>
                  <a:srgbClr val="102A43"/>
                </a:solidFill>
              </a:defRPr>
            </a:lvl2pPr>
            <a:lvl3pPr>
              <a:defRPr sz="1875" b="1">
                <a:solidFill>
                  <a:srgbClr val="102A43"/>
                </a:solidFill>
              </a:defRPr>
            </a:lvl3pPr>
            <a:lvl4pPr>
              <a:defRPr sz="1875" b="1">
                <a:solidFill>
                  <a:srgbClr val="102A43"/>
                </a:solidFill>
              </a:defRPr>
            </a:lvl4pPr>
            <a:lvl5pPr>
              <a:defRPr sz="1875" b="1">
                <a:solidFill>
                  <a:srgbClr val="102A43"/>
                </a:solidFill>
              </a:defRPr>
            </a:lvl5pPr>
            <a:lvl6pPr>
              <a:defRPr sz="1875" b="1">
                <a:solidFill>
                  <a:srgbClr val="102A43"/>
                </a:solidFill>
              </a:defRPr>
            </a:lvl6pPr>
            <a:lvl7pPr>
              <a:defRPr sz="1875" b="1">
                <a:solidFill>
                  <a:srgbClr val="102A43"/>
                </a:solidFill>
              </a:defRPr>
            </a:lvl7pPr>
            <a:lvl8pPr>
              <a:defRPr sz="1875" b="1">
                <a:solidFill>
                  <a:srgbClr val="102A43"/>
                </a:solidFill>
              </a:defRPr>
            </a:lvl8pPr>
            <a:lvl9pPr>
              <a:defRPr sz="1875" b="1">
                <a:solidFill>
                  <a:srgbClr val="102A43"/>
                </a:solidFill>
              </a:defRPr>
            </a:lvl9pPr>
          </a:lstStyle>
          <a:p xmlns:a="http://schemas.openxmlformats.org/drawingml/2006/main">
            <a:pPr>
              <a:defRPr sz="1875" b="1">
                <a:solidFill>
                  <a:srgbClr val="102A43"/>
                </a:solidFill>
              </a:defRPr>
            </a:pPr>
            <a:r>
              <a:rPr sz="1875" b="1">
                <a:solidFill>
                  <a:srgbClr val="102A43"/>
                </a:solidFill>
              </a:rPr>
              <a:t>Start</a:t>
            </a:r>
          </a:p>
        </p:txBody>
      </p:sp>
      <p:sp>
        <p:nvSpPr>
          <p:cNvPr id="10" name="">
            <a:extLst xmlns:a="http://schemas.openxmlformats.org/drawingml/2006/main">
              <a:ext uri="{FF2B5EF4-FFF2-40B4-BE49-F238E27FC236}">
                <a16:creationId xmlns:a16="http://schemas.microsoft.com/office/drawing/2014/main" id="{B3676635-DD06-440F-9180-B5D06FD80293}"/>
              </a:ext>
            </a:extLst>
          </p:cNvPr>
          <p:cNvSpPr>
            <a:spLocks xmlns:a="http://schemas.openxmlformats.org/drawingml/2006/main" noGrp="1"/>
          </p:cNvSpPr>
          <p:nvPr/>
        </p:nvSpPr>
        <p:spPr>
          <a:xfrm xmlns:a="http://schemas.openxmlformats.org/drawingml/2006/main">
            <a:off x="723900" y="324802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607A8C"/>
                </a:solidFill>
              </a:defRPr>
            </a:defPPr>
            <a:lvl1pPr>
              <a:defRPr sz="1125" b="0">
                <a:solidFill>
                  <a:srgbClr val="607A8C"/>
                </a:solidFill>
              </a:defRPr>
            </a:lvl1pPr>
            <a:lvl2pPr>
              <a:defRPr sz="1125" b="0">
                <a:solidFill>
                  <a:srgbClr val="607A8C"/>
                </a:solidFill>
              </a:defRPr>
            </a:lvl2pPr>
            <a:lvl3pPr>
              <a:defRPr sz="1125" b="0">
                <a:solidFill>
                  <a:srgbClr val="607A8C"/>
                </a:solidFill>
              </a:defRPr>
            </a:lvl3pPr>
            <a:lvl4pPr>
              <a:defRPr sz="1125" b="0">
                <a:solidFill>
                  <a:srgbClr val="607A8C"/>
                </a:solidFill>
              </a:defRPr>
            </a:lvl4pPr>
            <a:lvl5pPr>
              <a:defRPr sz="1125" b="0">
                <a:solidFill>
                  <a:srgbClr val="607A8C"/>
                </a:solidFill>
              </a:defRPr>
            </a:lvl5pPr>
            <a:lvl6pPr>
              <a:defRPr sz="1125" b="0">
                <a:solidFill>
                  <a:srgbClr val="607A8C"/>
                </a:solidFill>
              </a:defRPr>
            </a:lvl6pPr>
            <a:lvl7pPr>
              <a:defRPr sz="1125" b="0">
                <a:solidFill>
                  <a:srgbClr val="607A8C"/>
                </a:solidFill>
              </a:defRPr>
            </a:lvl7pPr>
            <a:lvl8pPr>
              <a:defRPr sz="1125" b="0">
                <a:solidFill>
                  <a:srgbClr val="607A8C"/>
                </a:solidFill>
              </a:defRPr>
            </a:lvl8pPr>
            <a:lvl9pPr>
              <a:defRPr sz="1125" b="0">
                <a:solidFill>
                  <a:srgbClr val="607A8C"/>
                </a:solidFill>
              </a:defRPr>
            </a:lvl9pPr>
          </a:lstStyle>
          <a:p xmlns:a="http://schemas.openxmlformats.org/drawingml/2006/main">
            <a:pPr>
              <a:defRPr sz="1125" b="0">
                <a:solidFill>
                  <a:srgbClr val="607A8C"/>
                </a:solidFill>
              </a:defRPr>
            </a:pPr>
            <a:r>
              <a:rPr sz="1125" b="0">
                <a:solidFill>
                  <a:srgbClr val="607A8C"/>
                </a:solidFill>
              </a:rPr>
              <a:t>Open the guide and select an exhibit.</a:t>
            </a:r>
          </a:p>
        </p:txBody>
      </p:sp>
      <p:sp>
        <p:nvSpPr>
          <p:cNvPr id="11" name="">
            <a:extLst xmlns:a="http://schemas.openxmlformats.org/drawingml/2006/main">
              <a:ext uri="{FF2B5EF4-FFF2-40B4-BE49-F238E27FC236}">
                <a16:creationId xmlns:a16="http://schemas.microsoft.com/office/drawing/2014/main" id="{DC204D41-AC88-4164-BEFE-D0440643BC2C}"/>
              </a:ext>
            </a:extLst>
          </p:cNvPr>
          <p:cNvSpPr>
            <a:spLocks xmlns:a="http://schemas.openxmlformats.org/drawingml/2006/main" noGrp="1"/>
          </p:cNvSpPr>
          <p:nvPr/>
        </p:nvSpPr>
        <p:spPr>
          <a:xfrm xmlns:a="http://schemas.openxmlformats.org/drawingml/2006/main">
            <a:off x="3390900" y="2047875"/>
            <a:ext cx="255270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12" name="">
            <a:extLst xmlns:a="http://schemas.openxmlformats.org/drawingml/2006/main">
              <a:ext uri="{FF2B5EF4-FFF2-40B4-BE49-F238E27FC236}">
                <a16:creationId xmlns:a16="http://schemas.microsoft.com/office/drawing/2014/main" id="{ABD364B3-062D-4AE9-BFB0-24A9CEAD4260}"/>
              </a:ext>
            </a:extLst>
          </p:cNvPr>
          <p:cNvSpPr>
            <a:spLocks xmlns:a="http://schemas.openxmlformats.org/drawingml/2006/main" noGrp="1"/>
          </p:cNvSpPr>
          <p:nvPr/>
        </p:nvSpPr>
        <p:spPr>
          <a:xfrm xmlns:a="http://schemas.openxmlformats.org/drawingml/2006/main">
            <a:off x="3390900" y="2047875"/>
            <a:ext cx="2552700" cy="5715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13" name="">
            <a:extLst xmlns:a="http://schemas.openxmlformats.org/drawingml/2006/main">
              <a:ext uri="{FF2B5EF4-FFF2-40B4-BE49-F238E27FC236}">
                <a16:creationId xmlns:a16="http://schemas.microsoft.com/office/drawing/2014/main" id="{173CD332-FCF9-495E-A998-6D2F3B448D54}"/>
              </a:ext>
            </a:extLst>
          </p:cNvPr>
          <p:cNvSpPr>
            <a:spLocks xmlns:a="http://schemas.openxmlformats.org/drawingml/2006/main" noGrp="1"/>
          </p:cNvSpPr>
          <p:nvPr/>
        </p:nvSpPr>
        <p:spPr>
          <a:xfrm xmlns:a="http://schemas.openxmlformats.org/drawingml/2006/main">
            <a:off x="3581400" y="23336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607A8C"/>
                </a:solidFill>
              </a:defRPr>
            </a:defPPr>
            <a:lvl1pPr>
              <a:defRPr sz="750" b="1">
                <a:solidFill>
                  <a:srgbClr val="607A8C"/>
                </a:solidFill>
              </a:defRPr>
            </a:lvl1pPr>
            <a:lvl2pPr>
              <a:defRPr sz="750" b="1">
                <a:solidFill>
                  <a:srgbClr val="607A8C"/>
                </a:solidFill>
              </a:defRPr>
            </a:lvl2pPr>
            <a:lvl3pPr>
              <a:defRPr sz="750" b="1">
                <a:solidFill>
                  <a:srgbClr val="607A8C"/>
                </a:solidFill>
              </a:defRPr>
            </a:lvl3pPr>
            <a:lvl4pPr>
              <a:defRPr sz="750" b="1">
                <a:solidFill>
                  <a:srgbClr val="607A8C"/>
                </a:solidFill>
              </a:defRPr>
            </a:lvl4pPr>
            <a:lvl5pPr>
              <a:defRPr sz="750" b="1">
                <a:solidFill>
                  <a:srgbClr val="607A8C"/>
                </a:solidFill>
              </a:defRPr>
            </a:lvl5pPr>
            <a:lvl6pPr>
              <a:defRPr sz="750" b="1">
                <a:solidFill>
                  <a:srgbClr val="607A8C"/>
                </a:solidFill>
              </a:defRPr>
            </a:lvl6pPr>
            <a:lvl7pPr>
              <a:defRPr sz="750" b="1">
                <a:solidFill>
                  <a:srgbClr val="607A8C"/>
                </a:solidFill>
              </a:defRPr>
            </a:lvl7pPr>
            <a:lvl8pPr>
              <a:defRPr sz="750" b="1">
                <a:solidFill>
                  <a:srgbClr val="607A8C"/>
                </a:solidFill>
              </a:defRPr>
            </a:lvl8pPr>
            <a:lvl9pPr>
              <a:defRPr sz="750" b="1">
                <a:solidFill>
                  <a:srgbClr val="607A8C"/>
                </a:solidFill>
              </a:defRPr>
            </a:lvl9pPr>
          </a:lstStyle>
          <a:p xmlns:a="http://schemas.openxmlformats.org/drawingml/2006/main">
            <a:pPr>
              <a:defRPr sz="750" b="1">
                <a:solidFill>
                  <a:srgbClr val="607A8C"/>
                </a:solidFill>
              </a:defRPr>
            </a:pPr>
            <a:r>
              <a:rPr sz="750" b="1">
                <a:solidFill>
                  <a:srgbClr val="607A8C"/>
                </a:solidFill>
              </a:rPr>
              <a:t>TASK 02</a:t>
            </a:r>
          </a:p>
        </p:txBody>
      </p:sp>
      <p:sp>
        <p:nvSpPr>
          <p:cNvPr id="14" name="">
            <a:extLst xmlns:a="http://schemas.openxmlformats.org/drawingml/2006/main">
              <a:ext uri="{FF2B5EF4-FFF2-40B4-BE49-F238E27FC236}">
                <a16:creationId xmlns:a16="http://schemas.microsoft.com/office/drawing/2014/main" id="{B8AA5D51-8E03-44F7-A1DB-41139A3F96F1}"/>
              </a:ext>
            </a:extLst>
          </p:cNvPr>
          <p:cNvSpPr>
            <a:spLocks xmlns:a="http://schemas.openxmlformats.org/drawingml/2006/main" noGrp="1"/>
          </p:cNvSpPr>
          <p:nvPr/>
        </p:nvSpPr>
        <p:spPr>
          <a:xfrm xmlns:a="http://schemas.openxmlformats.org/drawingml/2006/main">
            <a:off x="3581400" y="271462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02A43"/>
                </a:solidFill>
              </a:defRPr>
            </a:defPPr>
            <a:lvl1pPr>
              <a:defRPr sz="1875" b="1">
                <a:solidFill>
                  <a:srgbClr val="102A43"/>
                </a:solidFill>
              </a:defRPr>
            </a:lvl1pPr>
            <a:lvl2pPr>
              <a:defRPr sz="1875" b="1">
                <a:solidFill>
                  <a:srgbClr val="102A43"/>
                </a:solidFill>
              </a:defRPr>
            </a:lvl2pPr>
            <a:lvl3pPr>
              <a:defRPr sz="1875" b="1">
                <a:solidFill>
                  <a:srgbClr val="102A43"/>
                </a:solidFill>
              </a:defRPr>
            </a:lvl3pPr>
            <a:lvl4pPr>
              <a:defRPr sz="1875" b="1">
                <a:solidFill>
                  <a:srgbClr val="102A43"/>
                </a:solidFill>
              </a:defRPr>
            </a:lvl4pPr>
            <a:lvl5pPr>
              <a:defRPr sz="1875" b="1">
                <a:solidFill>
                  <a:srgbClr val="102A43"/>
                </a:solidFill>
              </a:defRPr>
            </a:lvl5pPr>
            <a:lvl6pPr>
              <a:defRPr sz="1875" b="1">
                <a:solidFill>
                  <a:srgbClr val="102A43"/>
                </a:solidFill>
              </a:defRPr>
            </a:lvl6pPr>
            <a:lvl7pPr>
              <a:defRPr sz="1875" b="1">
                <a:solidFill>
                  <a:srgbClr val="102A43"/>
                </a:solidFill>
              </a:defRPr>
            </a:lvl7pPr>
            <a:lvl8pPr>
              <a:defRPr sz="1875" b="1">
                <a:solidFill>
                  <a:srgbClr val="102A43"/>
                </a:solidFill>
              </a:defRPr>
            </a:lvl8pPr>
            <a:lvl9pPr>
              <a:defRPr sz="1875" b="1">
                <a:solidFill>
                  <a:srgbClr val="102A43"/>
                </a:solidFill>
              </a:defRPr>
            </a:lvl9pPr>
          </a:lstStyle>
          <a:p xmlns:a="http://schemas.openxmlformats.org/drawingml/2006/main">
            <a:pPr>
              <a:defRPr sz="1875" b="1">
                <a:solidFill>
                  <a:srgbClr val="102A43"/>
                </a:solidFill>
              </a:defRPr>
            </a:pPr>
            <a:r>
              <a:rPr sz="1875" b="1">
                <a:solidFill>
                  <a:srgbClr val="102A43"/>
                </a:solidFill>
              </a:rPr>
              <a:t>Ask</a:t>
            </a:r>
          </a:p>
        </p:txBody>
      </p:sp>
      <p:sp>
        <p:nvSpPr>
          <p:cNvPr id="15" name="">
            <a:extLst xmlns:a="http://schemas.openxmlformats.org/drawingml/2006/main">
              <a:ext uri="{FF2B5EF4-FFF2-40B4-BE49-F238E27FC236}">
                <a16:creationId xmlns:a16="http://schemas.microsoft.com/office/drawing/2014/main" id="{952655B7-6DAF-4DE5-BC42-F4E7CD9D844D}"/>
              </a:ext>
            </a:extLst>
          </p:cNvPr>
          <p:cNvSpPr>
            <a:spLocks xmlns:a="http://schemas.openxmlformats.org/drawingml/2006/main" noGrp="1"/>
          </p:cNvSpPr>
          <p:nvPr/>
        </p:nvSpPr>
        <p:spPr>
          <a:xfrm xmlns:a="http://schemas.openxmlformats.org/drawingml/2006/main">
            <a:off x="3581400" y="324802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607A8C"/>
                </a:solidFill>
              </a:defRPr>
            </a:defPPr>
            <a:lvl1pPr>
              <a:defRPr sz="1125" b="0">
                <a:solidFill>
                  <a:srgbClr val="607A8C"/>
                </a:solidFill>
              </a:defRPr>
            </a:lvl1pPr>
            <a:lvl2pPr>
              <a:defRPr sz="1125" b="0">
                <a:solidFill>
                  <a:srgbClr val="607A8C"/>
                </a:solidFill>
              </a:defRPr>
            </a:lvl2pPr>
            <a:lvl3pPr>
              <a:defRPr sz="1125" b="0">
                <a:solidFill>
                  <a:srgbClr val="607A8C"/>
                </a:solidFill>
              </a:defRPr>
            </a:lvl3pPr>
            <a:lvl4pPr>
              <a:defRPr sz="1125" b="0">
                <a:solidFill>
                  <a:srgbClr val="607A8C"/>
                </a:solidFill>
              </a:defRPr>
            </a:lvl4pPr>
            <a:lvl5pPr>
              <a:defRPr sz="1125" b="0">
                <a:solidFill>
                  <a:srgbClr val="607A8C"/>
                </a:solidFill>
              </a:defRPr>
            </a:lvl5pPr>
            <a:lvl6pPr>
              <a:defRPr sz="1125" b="0">
                <a:solidFill>
                  <a:srgbClr val="607A8C"/>
                </a:solidFill>
              </a:defRPr>
            </a:lvl6pPr>
            <a:lvl7pPr>
              <a:defRPr sz="1125" b="0">
                <a:solidFill>
                  <a:srgbClr val="607A8C"/>
                </a:solidFill>
              </a:defRPr>
            </a:lvl7pPr>
            <a:lvl8pPr>
              <a:defRPr sz="1125" b="0">
                <a:solidFill>
                  <a:srgbClr val="607A8C"/>
                </a:solidFill>
              </a:defRPr>
            </a:lvl8pPr>
            <a:lvl9pPr>
              <a:defRPr sz="1125" b="0">
                <a:solidFill>
                  <a:srgbClr val="607A8C"/>
                </a:solidFill>
              </a:defRPr>
            </a:lvl9pPr>
          </a:lstStyle>
          <a:p xmlns:a="http://schemas.openxmlformats.org/drawingml/2006/main">
            <a:pPr>
              <a:defRPr sz="1125" b="0">
                <a:solidFill>
                  <a:srgbClr val="607A8C"/>
                </a:solidFill>
              </a:defRPr>
            </a:pPr>
            <a:r>
              <a:rPr sz="1125" b="0">
                <a:solidFill>
                  <a:srgbClr val="607A8C"/>
                </a:solidFill>
              </a:rPr>
              <a:t>Ask one exhibit question and identify the answer.</a:t>
            </a:r>
          </a:p>
        </p:txBody>
      </p:sp>
      <p:sp>
        <p:nvSpPr>
          <p:cNvPr id="16" name="">
            <a:extLst xmlns:a="http://schemas.openxmlformats.org/drawingml/2006/main">
              <a:ext uri="{FF2B5EF4-FFF2-40B4-BE49-F238E27FC236}">
                <a16:creationId xmlns:a16="http://schemas.microsoft.com/office/drawing/2014/main" id="{D237BB73-09AC-4797-AF41-936E9872DB02}"/>
              </a:ext>
            </a:extLst>
          </p:cNvPr>
          <p:cNvSpPr>
            <a:spLocks xmlns:a="http://schemas.openxmlformats.org/drawingml/2006/main" noGrp="1"/>
          </p:cNvSpPr>
          <p:nvPr/>
        </p:nvSpPr>
        <p:spPr>
          <a:xfrm xmlns:a="http://schemas.openxmlformats.org/drawingml/2006/main">
            <a:off x="6248400" y="2047875"/>
            <a:ext cx="255270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17" name="">
            <a:extLst xmlns:a="http://schemas.openxmlformats.org/drawingml/2006/main">
              <a:ext uri="{FF2B5EF4-FFF2-40B4-BE49-F238E27FC236}">
                <a16:creationId xmlns:a16="http://schemas.microsoft.com/office/drawing/2014/main" id="{B2DB911F-5B3A-4EC3-A071-079C21E78A5D}"/>
              </a:ext>
            </a:extLst>
          </p:cNvPr>
          <p:cNvSpPr>
            <a:spLocks xmlns:a="http://schemas.openxmlformats.org/drawingml/2006/main" noGrp="1"/>
          </p:cNvSpPr>
          <p:nvPr/>
        </p:nvSpPr>
        <p:spPr>
          <a:xfrm xmlns:a="http://schemas.openxmlformats.org/drawingml/2006/main">
            <a:off x="6248400" y="2047875"/>
            <a:ext cx="2552700" cy="57150"/>
          </a:xfrm>
          <a:prstGeom xmlns:a="http://schemas.openxmlformats.org/drawingml/2006/main" prst="rect">
            <a:avLst/>
          </a:prstGeom>
          <a:solidFill xmlns:a="http://schemas.openxmlformats.org/drawingml/2006/main">
            <a:srgbClr val="F0C75E"/>
          </a:solidFill>
          <a:ln xmlns:a="http://schemas.openxmlformats.org/drawingml/2006/main" w="0">
            <a:solidFill>
              <a:srgbClr val="F0C75E"/>
            </a:solidFill>
            <a:prstDash val="solid"/>
          </a:ln>
        </p:spPr>
      </p:sp>
      <p:sp>
        <p:nvSpPr>
          <p:cNvPr id="18" name="">
            <a:extLst xmlns:a="http://schemas.openxmlformats.org/drawingml/2006/main">
              <a:ext uri="{FF2B5EF4-FFF2-40B4-BE49-F238E27FC236}">
                <a16:creationId xmlns:a16="http://schemas.microsoft.com/office/drawing/2014/main" id="{10846B75-7612-4782-B9B7-A6DF2A522853}"/>
              </a:ext>
            </a:extLst>
          </p:cNvPr>
          <p:cNvSpPr>
            <a:spLocks xmlns:a="http://schemas.openxmlformats.org/drawingml/2006/main" noGrp="1"/>
          </p:cNvSpPr>
          <p:nvPr/>
        </p:nvSpPr>
        <p:spPr>
          <a:xfrm xmlns:a="http://schemas.openxmlformats.org/drawingml/2006/main">
            <a:off x="6438900" y="23336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607A8C"/>
                </a:solidFill>
              </a:defRPr>
            </a:defPPr>
            <a:lvl1pPr>
              <a:defRPr sz="750" b="1">
                <a:solidFill>
                  <a:srgbClr val="607A8C"/>
                </a:solidFill>
              </a:defRPr>
            </a:lvl1pPr>
            <a:lvl2pPr>
              <a:defRPr sz="750" b="1">
                <a:solidFill>
                  <a:srgbClr val="607A8C"/>
                </a:solidFill>
              </a:defRPr>
            </a:lvl2pPr>
            <a:lvl3pPr>
              <a:defRPr sz="750" b="1">
                <a:solidFill>
                  <a:srgbClr val="607A8C"/>
                </a:solidFill>
              </a:defRPr>
            </a:lvl3pPr>
            <a:lvl4pPr>
              <a:defRPr sz="750" b="1">
                <a:solidFill>
                  <a:srgbClr val="607A8C"/>
                </a:solidFill>
              </a:defRPr>
            </a:lvl4pPr>
            <a:lvl5pPr>
              <a:defRPr sz="750" b="1">
                <a:solidFill>
                  <a:srgbClr val="607A8C"/>
                </a:solidFill>
              </a:defRPr>
            </a:lvl5pPr>
            <a:lvl6pPr>
              <a:defRPr sz="750" b="1">
                <a:solidFill>
                  <a:srgbClr val="607A8C"/>
                </a:solidFill>
              </a:defRPr>
            </a:lvl6pPr>
            <a:lvl7pPr>
              <a:defRPr sz="750" b="1">
                <a:solidFill>
                  <a:srgbClr val="607A8C"/>
                </a:solidFill>
              </a:defRPr>
            </a:lvl7pPr>
            <a:lvl8pPr>
              <a:defRPr sz="750" b="1">
                <a:solidFill>
                  <a:srgbClr val="607A8C"/>
                </a:solidFill>
              </a:defRPr>
            </a:lvl8pPr>
            <a:lvl9pPr>
              <a:defRPr sz="750" b="1">
                <a:solidFill>
                  <a:srgbClr val="607A8C"/>
                </a:solidFill>
              </a:defRPr>
            </a:lvl9pPr>
          </a:lstStyle>
          <a:p xmlns:a="http://schemas.openxmlformats.org/drawingml/2006/main">
            <a:pPr>
              <a:defRPr sz="750" b="1">
                <a:solidFill>
                  <a:srgbClr val="607A8C"/>
                </a:solidFill>
              </a:defRPr>
            </a:pPr>
            <a:r>
              <a:rPr sz="750" b="1">
                <a:solidFill>
                  <a:srgbClr val="607A8C"/>
                </a:solidFill>
              </a:rPr>
              <a:t>TASK 03</a:t>
            </a:r>
          </a:p>
        </p:txBody>
      </p:sp>
      <p:sp>
        <p:nvSpPr>
          <p:cNvPr id="19" name="">
            <a:extLst xmlns:a="http://schemas.openxmlformats.org/drawingml/2006/main">
              <a:ext uri="{FF2B5EF4-FFF2-40B4-BE49-F238E27FC236}">
                <a16:creationId xmlns:a16="http://schemas.microsoft.com/office/drawing/2014/main" id="{47097F98-5510-4025-91C0-4C396533B94F}"/>
              </a:ext>
            </a:extLst>
          </p:cNvPr>
          <p:cNvSpPr>
            <a:spLocks xmlns:a="http://schemas.openxmlformats.org/drawingml/2006/main" noGrp="1"/>
          </p:cNvSpPr>
          <p:nvPr/>
        </p:nvSpPr>
        <p:spPr>
          <a:xfrm xmlns:a="http://schemas.openxmlformats.org/drawingml/2006/main">
            <a:off x="6438900" y="271462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02A43"/>
                </a:solidFill>
              </a:defRPr>
            </a:defPPr>
            <a:lvl1pPr>
              <a:defRPr sz="1875" b="1">
                <a:solidFill>
                  <a:srgbClr val="102A43"/>
                </a:solidFill>
              </a:defRPr>
            </a:lvl1pPr>
            <a:lvl2pPr>
              <a:defRPr sz="1875" b="1">
                <a:solidFill>
                  <a:srgbClr val="102A43"/>
                </a:solidFill>
              </a:defRPr>
            </a:lvl2pPr>
            <a:lvl3pPr>
              <a:defRPr sz="1875" b="1">
                <a:solidFill>
                  <a:srgbClr val="102A43"/>
                </a:solidFill>
              </a:defRPr>
            </a:lvl3pPr>
            <a:lvl4pPr>
              <a:defRPr sz="1875" b="1">
                <a:solidFill>
                  <a:srgbClr val="102A43"/>
                </a:solidFill>
              </a:defRPr>
            </a:lvl4pPr>
            <a:lvl5pPr>
              <a:defRPr sz="1875" b="1">
                <a:solidFill>
                  <a:srgbClr val="102A43"/>
                </a:solidFill>
              </a:defRPr>
            </a:lvl5pPr>
            <a:lvl6pPr>
              <a:defRPr sz="1875" b="1">
                <a:solidFill>
                  <a:srgbClr val="102A43"/>
                </a:solidFill>
              </a:defRPr>
            </a:lvl6pPr>
            <a:lvl7pPr>
              <a:defRPr sz="1875" b="1">
                <a:solidFill>
                  <a:srgbClr val="102A43"/>
                </a:solidFill>
              </a:defRPr>
            </a:lvl7pPr>
            <a:lvl8pPr>
              <a:defRPr sz="1875" b="1">
                <a:solidFill>
                  <a:srgbClr val="102A43"/>
                </a:solidFill>
              </a:defRPr>
            </a:lvl8pPr>
            <a:lvl9pPr>
              <a:defRPr sz="1875" b="1">
                <a:solidFill>
                  <a:srgbClr val="102A43"/>
                </a:solidFill>
              </a:defRPr>
            </a:lvl9pPr>
          </a:lstStyle>
          <a:p xmlns:a="http://schemas.openxmlformats.org/drawingml/2006/main">
            <a:pPr>
              <a:defRPr sz="1875" b="1">
                <a:solidFill>
                  <a:srgbClr val="102A43"/>
                </a:solidFill>
              </a:defRPr>
            </a:pPr>
            <a:r>
              <a:rPr sz="1875" b="1">
                <a:solidFill>
                  <a:srgbClr val="102A43"/>
                </a:solidFill>
              </a:rPr>
              <a:t>Navigate</a:t>
            </a:r>
          </a:p>
        </p:txBody>
      </p:sp>
      <p:sp>
        <p:nvSpPr>
          <p:cNvPr id="20" name="">
            <a:extLst xmlns:a="http://schemas.openxmlformats.org/drawingml/2006/main">
              <a:ext uri="{FF2B5EF4-FFF2-40B4-BE49-F238E27FC236}">
                <a16:creationId xmlns:a16="http://schemas.microsoft.com/office/drawing/2014/main" id="{7D227DF0-94AA-4218-B91E-B3088B9D92E7}"/>
              </a:ext>
            </a:extLst>
          </p:cNvPr>
          <p:cNvSpPr>
            <a:spLocks xmlns:a="http://schemas.openxmlformats.org/drawingml/2006/main" noGrp="1"/>
          </p:cNvSpPr>
          <p:nvPr/>
        </p:nvSpPr>
        <p:spPr>
          <a:xfrm xmlns:a="http://schemas.openxmlformats.org/drawingml/2006/main">
            <a:off x="6438900" y="324802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607A8C"/>
                </a:solidFill>
              </a:defRPr>
            </a:defPPr>
            <a:lvl1pPr>
              <a:defRPr sz="1125" b="0">
                <a:solidFill>
                  <a:srgbClr val="607A8C"/>
                </a:solidFill>
              </a:defRPr>
            </a:lvl1pPr>
            <a:lvl2pPr>
              <a:defRPr sz="1125" b="0">
                <a:solidFill>
                  <a:srgbClr val="607A8C"/>
                </a:solidFill>
              </a:defRPr>
            </a:lvl2pPr>
            <a:lvl3pPr>
              <a:defRPr sz="1125" b="0">
                <a:solidFill>
                  <a:srgbClr val="607A8C"/>
                </a:solidFill>
              </a:defRPr>
            </a:lvl3pPr>
            <a:lvl4pPr>
              <a:defRPr sz="1125" b="0">
                <a:solidFill>
                  <a:srgbClr val="607A8C"/>
                </a:solidFill>
              </a:defRPr>
            </a:lvl4pPr>
            <a:lvl5pPr>
              <a:defRPr sz="1125" b="0">
                <a:solidFill>
                  <a:srgbClr val="607A8C"/>
                </a:solidFill>
              </a:defRPr>
            </a:lvl5pPr>
            <a:lvl6pPr>
              <a:defRPr sz="1125" b="0">
                <a:solidFill>
                  <a:srgbClr val="607A8C"/>
                </a:solidFill>
              </a:defRPr>
            </a:lvl6pPr>
            <a:lvl7pPr>
              <a:defRPr sz="1125" b="0">
                <a:solidFill>
                  <a:srgbClr val="607A8C"/>
                </a:solidFill>
              </a:defRPr>
            </a:lvl7pPr>
            <a:lvl8pPr>
              <a:defRPr sz="1125" b="0">
                <a:solidFill>
                  <a:srgbClr val="607A8C"/>
                </a:solidFill>
              </a:defRPr>
            </a:lvl8pPr>
            <a:lvl9pPr>
              <a:defRPr sz="1125" b="0">
                <a:solidFill>
                  <a:srgbClr val="607A8C"/>
                </a:solidFill>
              </a:defRPr>
            </a:lvl9pPr>
          </a:lstStyle>
          <a:p xmlns:a="http://schemas.openxmlformats.org/drawingml/2006/main">
            <a:pPr>
              <a:defRPr sz="1125" b="0">
                <a:solidFill>
                  <a:srgbClr val="607A8C"/>
                </a:solidFill>
              </a:defRPr>
            </a:pPr>
            <a:r>
              <a:rPr sz="1125" b="0">
                <a:solidFill>
                  <a:srgbClr val="607A8C"/>
                </a:solidFill>
              </a:rPr>
              <a:t>Move to the next recommended stop.</a:t>
            </a:r>
          </a:p>
        </p:txBody>
      </p:sp>
      <p:sp>
        <p:nvSpPr>
          <p:cNvPr id="21" name="">
            <a:extLst xmlns:a="http://schemas.openxmlformats.org/drawingml/2006/main">
              <a:ext uri="{FF2B5EF4-FFF2-40B4-BE49-F238E27FC236}">
                <a16:creationId xmlns:a16="http://schemas.microsoft.com/office/drawing/2014/main" id="{3639889A-76C5-4BF0-832A-39003B628BAA}"/>
              </a:ext>
            </a:extLst>
          </p:cNvPr>
          <p:cNvSpPr>
            <a:spLocks xmlns:a="http://schemas.openxmlformats.org/drawingml/2006/main" noGrp="1"/>
          </p:cNvSpPr>
          <p:nvPr/>
        </p:nvSpPr>
        <p:spPr>
          <a:xfrm xmlns:a="http://schemas.openxmlformats.org/drawingml/2006/main">
            <a:off x="9105900" y="2047875"/>
            <a:ext cx="255270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22" name="">
            <a:extLst xmlns:a="http://schemas.openxmlformats.org/drawingml/2006/main">
              <a:ext uri="{FF2B5EF4-FFF2-40B4-BE49-F238E27FC236}">
                <a16:creationId xmlns:a16="http://schemas.microsoft.com/office/drawing/2014/main" id="{84DB3811-51E7-4214-96B1-FDEBB818F38C}"/>
              </a:ext>
            </a:extLst>
          </p:cNvPr>
          <p:cNvSpPr>
            <a:spLocks xmlns:a="http://schemas.openxmlformats.org/drawingml/2006/main" noGrp="1"/>
          </p:cNvSpPr>
          <p:nvPr/>
        </p:nvSpPr>
        <p:spPr>
          <a:xfrm xmlns:a="http://schemas.openxmlformats.org/drawingml/2006/main">
            <a:off x="9105900" y="2047875"/>
            <a:ext cx="2552700" cy="57150"/>
          </a:xfrm>
          <a:prstGeom xmlns:a="http://schemas.openxmlformats.org/drawingml/2006/main" prst="rect">
            <a:avLst/>
          </a:prstGeom>
          <a:solidFill xmlns:a="http://schemas.openxmlformats.org/drawingml/2006/main">
            <a:srgbClr val="153A57"/>
          </a:solidFill>
          <a:ln xmlns:a="http://schemas.openxmlformats.org/drawingml/2006/main" w="0">
            <a:solidFill>
              <a:srgbClr val="153A57"/>
            </a:solidFill>
            <a:prstDash val="solid"/>
          </a:ln>
        </p:spPr>
      </p:sp>
      <p:sp>
        <p:nvSpPr>
          <p:cNvPr id="23" name="">
            <a:extLst xmlns:a="http://schemas.openxmlformats.org/drawingml/2006/main">
              <a:ext uri="{FF2B5EF4-FFF2-40B4-BE49-F238E27FC236}">
                <a16:creationId xmlns:a16="http://schemas.microsoft.com/office/drawing/2014/main" id="{A0BC7E81-E404-4FD3-8014-5CEEEF60A5EC}"/>
              </a:ext>
            </a:extLst>
          </p:cNvPr>
          <p:cNvSpPr>
            <a:spLocks xmlns:a="http://schemas.openxmlformats.org/drawingml/2006/main" noGrp="1"/>
          </p:cNvSpPr>
          <p:nvPr/>
        </p:nvSpPr>
        <p:spPr>
          <a:xfrm xmlns:a="http://schemas.openxmlformats.org/drawingml/2006/main">
            <a:off x="9296400" y="23336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607A8C"/>
                </a:solidFill>
              </a:defRPr>
            </a:defPPr>
            <a:lvl1pPr>
              <a:defRPr sz="750" b="1">
                <a:solidFill>
                  <a:srgbClr val="607A8C"/>
                </a:solidFill>
              </a:defRPr>
            </a:lvl1pPr>
            <a:lvl2pPr>
              <a:defRPr sz="750" b="1">
                <a:solidFill>
                  <a:srgbClr val="607A8C"/>
                </a:solidFill>
              </a:defRPr>
            </a:lvl2pPr>
            <a:lvl3pPr>
              <a:defRPr sz="750" b="1">
                <a:solidFill>
                  <a:srgbClr val="607A8C"/>
                </a:solidFill>
              </a:defRPr>
            </a:lvl3pPr>
            <a:lvl4pPr>
              <a:defRPr sz="750" b="1">
                <a:solidFill>
                  <a:srgbClr val="607A8C"/>
                </a:solidFill>
              </a:defRPr>
            </a:lvl4pPr>
            <a:lvl5pPr>
              <a:defRPr sz="750" b="1">
                <a:solidFill>
                  <a:srgbClr val="607A8C"/>
                </a:solidFill>
              </a:defRPr>
            </a:lvl5pPr>
            <a:lvl6pPr>
              <a:defRPr sz="750" b="1">
                <a:solidFill>
                  <a:srgbClr val="607A8C"/>
                </a:solidFill>
              </a:defRPr>
            </a:lvl6pPr>
            <a:lvl7pPr>
              <a:defRPr sz="750" b="1">
                <a:solidFill>
                  <a:srgbClr val="607A8C"/>
                </a:solidFill>
              </a:defRPr>
            </a:lvl7pPr>
            <a:lvl8pPr>
              <a:defRPr sz="750" b="1">
                <a:solidFill>
                  <a:srgbClr val="607A8C"/>
                </a:solidFill>
              </a:defRPr>
            </a:lvl8pPr>
            <a:lvl9pPr>
              <a:defRPr sz="750" b="1">
                <a:solidFill>
                  <a:srgbClr val="607A8C"/>
                </a:solidFill>
              </a:defRPr>
            </a:lvl9pPr>
          </a:lstStyle>
          <a:p xmlns:a="http://schemas.openxmlformats.org/drawingml/2006/main">
            <a:pPr>
              <a:defRPr sz="750" b="1">
                <a:solidFill>
                  <a:srgbClr val="607A8C"/>
                </a:solidFill>
              </a:defRPr>
            </a:pPr>
            <a:r>
              <a:rPr sz="750" b="1">
                <a:solidFill>
                  <a:srgbClr val="607A8C"/>
                </a:solidFill>
              </a:rPr>
              <a:t>TASK 04</a:t>
            </a:r>
          </a:p>
        </p:txBody>
      </p:sp>
      <p:sp>
        <p:nvSpPr>
          <p:cNvPr id="24" name="">
            <a:extLst xmlns:a="http://schemas.openxmlformats.org/drawingml/2006/main">
              <a:ext uri="{FF2B5EF4-FFF2-40B4-BE49-F238E27FC236}">
                <a16:creationId xmlns:a16="http://schemas.microsoft.com/office/drawing/2014/main" id="{E904329F-3365-4E81-B78B-20A4F2FEEFAF}"/>
              </a:ext>
            </a:extLst>
          </p:cNvPr>
          <p:cNvSpPr>
            <a:spLocks xmlns:a="http://schemas.openxmlformats.org/drawingml/2006/main" noGrp="1"/>
          </p:cNvSpPr>
          <p:nvPr/>
        </p:nvSpPr>
        <p:spPr>
          <a:xfrm xmlns:a="http://schemas.openxmlformats.org/drawingml/2006/main">
            <a:off x="9296400" y="271462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02A43"/>
                </a:solidFill>
              </a:defRPr>
            </a:defPPr>
            <a:lvl1pPr>
              <a:defRPr sz="1875" b="1">
                <a:solidFill>
                  <a:srgbClr val="102A43"/>
                </a:solidFill>
              </a:defRPr>
            </a:lvl1pPr>
            <a:lvl2pPr>
              <a:defRPr sz="1875" b="1">
                <a:solidFill>
                  <a:srgbClr val="102A43"/>
                </a:solidFill>
              </a:defRPr>
            </a:lvl2pPr>
            <a:lvl3pPr>
              <a:defRPr sz="1875" b="1">
                <a:solidFill>
                  <a:srgbClr val="102A43"/>
                </a:solidFill>
              </a:defRPr>
            </a:lvl3pPr>
            <a:lvl4pPr>
              <a:defRPr sz="1875" b="1">
                <a:solidFill>
                  <a:srgbClr val="102A43"/>
                </a:solidFill>
              </a:defRPr>
            </a:lvl4pPr>
            <a:lvl5pPr>
              <a:defRPr sz="1875" b="1">
                <a:solidFill>
                  <a:srgbClr val="102A43"/>
                </a:solidFill>
              </a:defRPr>
            </a:lvl5pPr>
            <a:lvl6pPr>
              <a:defRPr sz="1875" b="1">
                <a:solidFill>
                  <a:srgbClr val="102A43"/>
                </a:solidFill>
              </a:defRPr>
            </a:lvl6pPr>
            <a:lvl7pPr>
              <a:defRPr sz="1875" b="1">
                <a:solidFill>
                  <a:srgbClr val="102A43"/>
                </a:solidFill>
              </a:defRPr>
            </a:lvl7pPr>
            <a:lvl8pPr>
              <a:defRPr sz="1875" b="1">
                <a:solidFill>
                  <a:srgbClr val="102A43"/>
                </a:solidFill>
              </a:defRPr>
            </a:lvl8pPr>
            <a:lvl9pPr>
              <a:defRPr sz="1875" b="1">
                <a:solidFill>
                  <a:srgbClr val="102A43"/>
                </a:solidFill>
              </a:defRPr>
            </a:lvl9pPr>
          </a:lstStyle>
          <a:p xmlns:a="http://schemas.openxmlformats.org/drawingml/2006/main">
            <a:pPr>
              <a:defRPr sz="1875" b="1">
                <a:solidFill>
                  <a:srgbClr val="102A43"/>
                </a:solidFill>
              </a:defRPr>
            </a:pPr>
            <a:r>
              <a:rPr sz="1875" b="1">
                <a:solidFill>
                  <a:srgbClr val="102A43"/>
                </a:solidFill>
              </a:rPr>
              <a:t>Recover</a:t>
            </a:r>
          </a:p>
        </p:txBody>
      </p:sp>
      <p:sp>
        <p:nvSpPr>
          <p:cNvPr id="25" name="">
            <a:extLst xmlns:a="http://schemas.openxmlformats.org/drawingml/2006/main">
              <a:ext uri="{FF2B5EF4-FFF2-40B4-BE49-F238E27FC236}">
                <a16:creationId xmlns:a16="http://schemas.microsoft.com/office/drawing/2014/main" id="{FD06251A-1EEB-4D8E-B242-3D85C71FED6C}"/>
              </a:ext>
            </a:extLst>
          </p:cNvPr>
          <p:cNvSpPr>
            <a:spLocks xmlns:a="http://schemas.openxmlformats.org/drawingml/2006/main" noGrp="1"/>
          </p:cNvSpPr>
          <p:nvPr/>
        </p:nvSpPr>
        <p:spPr>
          <a:xfrm xmlns:a="http://schemas.openxmlformats.org/drawingml/2006/main">
            <a:off x="9296400" y="324802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607A8C"/>
                </a:solidFill>
              </a:defRPr>
            </a:defPPr>
            <a:lvl1pPr>
              <a:defRPr sz="1125" b="0">
                <a:solidFill>
                  <a:srgbClr val="607A8C"/>
                </a:solidFill>
              </a:defRPr>
            </a:lvl1pPr>
            <a:lvl2pPr>
              <a:defRPr sz="1125" b="0">
                <a:solidFill>
                  <a:srgbClr val="607A8C"/>
                </a:solidFill>
              </a:defRPr>
            </a:lvl2pPr>
            <a:lvl3pPr>
              <a:defRPr sz="1125" b="0">
                <a:solidFill>
                  <a:srgbClr val="607A8C"/>
                </a:solidFill>
              </a:defRPr>
            </a:lvl3pPr>
            <a:lvl4pPr>
              <a:defRPr sz="1125" b="0">
                <a:solidFill>
                  <a:srgbClr val="607A8C"/>
                </a:solidFill>
              </a:defRPr>
            </a:lvl4pPr>
            <a:lvl5pPr>
              <a:defRPr sz="1125" b="0">
                <a:solidFill>
                  <a:srgbClr val="607A8C"/>
                </a:solidFill>
              </a:defRPr>
            </a:lvl5pPr>
            <a:lvl6pPr>
              <a:defRPr sz="1125" b="0">
                <a:solidFill>
                  <a:srgbClr val="607A8C"/>
                </a:solidFill>
              </a:defRPr>
            </a:lvl6pPr>
            <a:lvl7pPr>
              <a:defRPr sz="1125" b="0">
                <a:solidFill>
                  <a:srgbClr val="607A8C"/>
                </a:solidFill>
              </a:defRPr>
            </a:lvl7pPr>
            <a:lvl8pPr>
              <a:defRPr sz="1125" b="0">
                <a:solidFill>
                  <a:srgbClr val="607A8C"/>
                </a:solidFill>
              </a:defRPr>
            </a:lvl8pPr>
            <a:lvl9pPr>
              <a:defRPr sz="1125" b="0">
                <a:solidFill>
                  <a:srgbClr val="607A8C"/>
                </a:solidFill>
              </a:defRPr>
            </a:lvl9pPr>
          </a:lstStyle>
          <a:p xmlns:a="http://schemas.openxmlformats.org/drawingml/2006/main">
            <a:pPr>
              <a:defRPr sz="1125" b="0">
                <a:solidFill>
                  <a:srgbClr val="607A8C"/>
                </a:solidFill>
              </a:defRPr>
            </a:pPr>
            <a:r>
              <a:rPr sz="1125" b="0">
                <a:solidFill>
                  <a:srgbClr val="607A8C"/>
                </a:solidFill>
              </a:rPr>
              <a:t>Resolve an unclear or unsuitable answer.</a:t>
            </a:r>
          </a:p>
        </p:txBody>
      </p:sp>
      <p:sp>
        <p:nvSpPr>
          <p:cNvPr id="26" name="">
            <a:extLst xmlns:a="http://schemas.openxmlformats.org/drawingml/2006/main">
              <a:ext uri="{FF2B5EF4-FFF2-40B4-BE49-F238E27FC236}">
                <a16:creationId xmlns:a16="http://schemas.microsoft.com/office/drawing/2014/main" id="{3BA48534-8A7B-4729-A680-496274832E17}"/>
              </a:ext>
            </a:extLst>
          </p:cNvPr>
          <p:cNvSpPr>
            <a:spLocks xmlns:a="http://schemas.openxmlformats.org/drawingml/2006/main" noGrp="1"/>
          </p:cNvSpPr>
          <p:nvPr/>
        </p:nvSpPr>
        <p:spPr>
          <a:xfrm xmlns:a="http://schemas.openxmlformats.org/drawingml/2006/main">
            <a:off x="533400" y="4714875"/>
            <a:ext cx="3333750" cy="19050"/>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27" name="">
            <a:extLst xmlns:a="http://schemas.openxmlformats.org/drawingml/2006/main">
              <a:ext uri="{FF2B5EF4-FFF2-40B4-BE49-F238E27FC236}">
                <a16:creationId xmlns:a16="http://schemas.microsoft.com/office/drawing/2014/main" id="{D8463BA9-B67D-43D4-995A-9C1B3667BA18}"/>
              </a:ext>
            </a:extLst>
          </p:cNvPr>
          <p:cNvSpPr>
            <a:spLocks xmlns:a="http://schemas.openxmlformats.org/drawingml/2006/main" noGrp="1"/>
          </p:cNvSpPr>
          <p:nvPr/>
        </p:nvSpPr>
        <p:spPr>
          <a:xfrm xmlns:a="http://schemas.openxmlformats.org/drawingml/2006/main">
            <a:off x="533400" y="4886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0F766E"/>
                </a:solidFill>
              </a:defRPr>
            </a:defPPr>
            <a:lvl1pPr>
              <a:defRPr sz="750" b="1">
                <a:solidFill>
                  <a:srgbClr val="0F766E"/>
                </a:solidFill>
              </a:defRPr>
            </a:lvl1pPr>
            <a:lvl2pPr>
              <a:defRPr sz="750" b="1">
                <a:solidFill>
                  <a:srgbClr val="0F766E"/>
                </a:solidFill>
              </a:defRPr>
            </a:lvl2pPr>
            <a:lvl3pPr>
              <a:defRPr sz="750" b="1">
                <a:solidFill>
                  <a:srgbClr val="0F766E"/>
                </a:solidFill>
              </a:defRPr>
            </a:lvl3pPr>
            <a:lvl4pPr>
              <a:defRPr sz="750" b="1">
                <a:solidFill>
                  <a:srgbClr val="0F766E"/>
                </a:solidFill>
              </a:defRPr>
            </a:lvl4pPr>
            <a:lvl5pPr>
              <a:defRPr sz="750" b="1">
                <a:solidFill>
                  <a:srgbClr val="0F766E"/>
                </a:solidFill>
              </a:defRPr>
            </a:lvl5pPr>
            <a:lvl6pPr>
              <a:defRPr sz="750" b="1">
                <a:solidFill>
                  <a:srgbClr val="0F766E"/>
                </a:solidFill>
              </a:defRPr>
            </a:lvl6pPr>
            <a:lvl7pPr>
              <a:defRPr sz="750" b="1">
                <a:solidFill>
                  <a:srgbClr val="0F766E"/>
                </a:solidFill>
              </a:defRPr>
            </a:lvl7pPr>
            <a:lvl8pPr>
              <a:defRPr sz="750" b="1">
                <a:solidFill>
                  <a:srgbClr val="0F766E"/>
                </a:solidFill>
              </a:defRPr>
            </a:lvl8pPr>
            <a:lvl9pPr>
              <a:defRPr sz="750" b="1">
                <a:solidFill>
                  <a:srgbClr val="0F766E"/>
                </a:solidFill>
              </a:defRPr>
            </a:lvl9pPr>
          </a:lstStyle>
          <a:p xmlns:a="http://schemas.openxmlformats.org/drawingml/2006/main">
            <a:pPr>
              <a:defRPr sz="750" b="1">
                <a:solidFill>
                  <a:srgbClr val="0F766E"/>
                </a:solidFill>
              </a:defRPr>
            </a:pPr>
            <a:r>
              <a:rPr sz="750" b="1">
                <a:solidFill>
                  <a:srgbClr val="0F766E"/>
                </a:solidFill>
              </a:rPr>
              <a:t>METHOD</a:t>
            </a:r>
          </a:p>
        </p:txBody>
      </p:sp>
      <p:sp>
        <p:nvSpPr>
          <p:cNvPr id="28" name="">
            <a:extLst xmlns:a="http://schemas.openxmlformats.org/drawingml/2006/main">
              <a:ext uri="{FF2B5EF4-FFF2-40B4-BE49-F238E27FC236}">
                <a16:creationId xmlns:a16="http://schemas.microsoft.com/office/drawing/2014/main" id="{6EF913DA-B595-4D4F-A1DE-B95A9F84A487}"/>
              </a:ext>
            </a:extLst>
          </p:cNvPr>
          <p:cNvSpPr>
            <a:spLocks xmlns:a="http://schemas.openxmlformats.org/drawingml/2006/main" noGrp="1"/>
          </p:cNvSpPr>
          <p:nvPr/>
        </p:nvSpPr>
        <p:spPr>
          <a:xfrm xmlns:a="http://schemas.openxmlformats.org/drawingml/2006/main">
            <a:off x="533400" y="5153025"/>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02A43"/>
                </a:solidFill>
              </a:defRPr>
            </a:defPPr>
            <a:lvl1pPr>
              <a:defRPr sz="1125" b="0">
                <a:solidFill>
                  <a:srgbClr val="102A43"/>
                </a:solidFill>
              </a:defRPr>
            </a:lvl1pPr>
            <a:lvl2pPr>
              <a:defRPr sz="1125" b="0">
                <a:solidFill>
                  <a:srgbClr val="102A43"/>
                </a:solidFill>
              </a:defRPr>
            </a:lvl2pPr>
            <a:lvl3pPr>
              <a:defRPr sz="1125" b="0">
                <a:solidFill>
                  <a:srgbClr val="102A43"/>
                </a:solidFill>
              </a:defRPr>
            </a:lvl3pPr>
            <a:lvl4pPr>
              <a:defRPr sz="1125" b="0">
                <a:solidFill>
                  <a:srgbClr val="102A43"/>
                </a:solidFill>
              </a:defRPr>
            </a:lvl4pPr>
            <a:lvl5pPr>
              <a:defRPr sz="1125" b="0">
                <a:solidFill>
                  <a:srgbClr val="102A43"/>
                </a:solidFill>
              </a:defRPr>
            </a:lvl5pPr>
            <a:lvl6pPr>
              <a:defRPr sz="1125" b="0">
                <a:solidFill>
                  <a:srgbClr val="102A43"/>
                </a:solidFill>
              </a:defRPr>
            </a:lvl6pPr>
            <a:lvl7pPr>
              <a:defRPr sz="1125" b="0">
                <a:solidFill>
                  <a:srgbClr val="102A43"/>
                </a:solidFill>
              </a:defRPr>
            </a:lvl7pPr>
            <a:lvl8pPr>
              <a:defRPr sz="1125" b="0">
                <a:solidFill>
                  <a:srgbClr val="102A43"/>
                </a:solidFill>
              </a:defRPr>
            </a:lvl8pPr>
            <a:lvl9pPr>
              <a:defRPr sz="1125" b="0">
                <a:solidFill>
                  <a:srgbClr val="102A43"/>
                </a:solidFill>
              </a:defRPr>
            </a:lvl9pPr>
          </a:lstStyle>
          <a:p xmlns:a="http://schemas.openxmlformats.org/drawingml/2006/main">
            <a:pPr>
              <a:defRPr sz="1125" b="0">
                <a:solidFill>
                  <a:srgbClr val="102A43"/>
                </a:solidFill>
              </a:defRPr>
            </a:pPr>
            <a:r>
              <a:rPr sz="1125" b="0">
                <a:solidFill>
                  <a:srgbClr val="102A43"/>
                </a:solidFill>
              </a:rPr>
              <a:t>Moderated task-based usability test with think-aloud comments.</a:t>
            </a:r>
          </a:p>
        </p:txBody>
      </p:sp>
      <p:sp>
        <p:nvSpPr>
          <p:cNvPr id="29" name="">
            <a:extLst xmlns:a="http://schemas.openxmlformats.org/drawingml/2006/main">
              <a:ext uri="{FF2B5EF4-FFF2-40B4-BE49-F238E27FC236}">
                <a16:creationId xmlns:a16="http://schemas.microsoft.com/office/drawing/2014/main" id="{E71AAF46-4947-42E9-ACE6-F8A05B59964C}"/>
              </a:ext>
            </a:extLst>
          </p:cNvPr>
          <p:cNvSpPr>
            <a:spLocks xmlns:a="http://schemas.openxmlformats.org/drawingml/2006/main" noGrp="1"/>
          </p:cNvSpPr>
          <p:nvPr/>
        </p:nvSpPr>
        <p:spPr>
          <a:xfrm xmlns:a="http://schemas.openxmlformats.org/drawingml/2006/main">
            <a:off x="4343400" y="4714875"/>
            <a:ext cx="3333750" cy="19050"/>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30" name="">
            <a:extLst xmlns:a="http://schemas.openxmlformats.org/drawingml/2006/main">
              <a:ext uri="{FF2B5EF4-FFF2-40B4-BE49-F238E27FC236}">
                <a16:creationId xmlns:a16="http://schemas.microsoft.com/office/drawing/2014/main" id="{73EDD060-5CCA-4FD8-939E-41E90BAC2D88}"/>
              </a:ext>
            </a:extLst>
          </p:cNvPr>
          <p:cNvSpPr>
            <a:spLocks xmlns:a="http://schemas.openxmlformats.org/drawingml/2006/main" noGrp="1"/>
          </p:cNvSpPr>
          <p:nvPr/>
        </p:nvSpPr>
        <p:spPr>
          <a:xfrm xmlns:a="http://schemas.openxmlformats.org/drawingml/2006/main">
            <a:off x="4343400" y="4886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0F766E"/>
                </a:solidFill>
              </a:defRPr>
            </a:defPPr>
            <a:lvl1pPr>
              <a:defRPr sz="750" b="1">
                <a:solidFill>
                  <a:srgbClr val="0F766E"/>
                </a:solidFill>
              </a:defRPr>
            </a:lvl1pPr>
            <a:lvl2pPr>
              <a:defRPr sz="750" b="1">
                <a:solidFill>
                  <a:srgbClr val="0F766E"/>
                </a:solidFill>
              </a:defRPr>
            </a:lvl2pPr>
            <a:lvl3pPr>
              <a:defRPr sz="750" b="1">
                <a:solidFill>
                  <a:srgbClr val="0F766E"/>
                </a:solidFill>
              </a:defRPr>
            </a:lvl3pPr>
            <a:lvl4pPr>
              <a:defRPr sz="750" b="1">
                <a:solidFill>
                  <a:srgbClr val="0F766E"/>
                </a:solidFill>
              </a:defRPr>
            </a:lvl4pPr>
            <a:lvl5pPr>
              <a:defRPr sz="750" b="1">
                <a:solidFill>
                  <a:srgbClr val="0F766E"/>
                </a:solidFill>
              </a:defRPr>
            </a:lvl5pPr>
            <a:lvl6pPr>
              <a:defRPr sz="750" b="1">
                <a:solidFill>
                  <a:srgbClr val="0F766E"/>
                </a:solidFill>
              </a:defRPr>
            </a:lvl6pPr>
            <a:lvl7pPr>
              <a:defRPr sz="750" b="1">
                <a:solidFill>
                  <a:srgbClr val="0F766E"/>
                </a:solidFill>
              </a:defRPr>
            </a:lvl7pPr>
            <a:lvl8pPr>
              <a:defRPr sz="750" b="1">
                <a:solidFill>
                  <a:srgbClr val="0F766E"/>
                </a:solidFill>
              </a:defRPr>
            </a:lvl8pPr>
            <a:lvl9pPr>
              <a:defRPr sz="750" b="1">
                <a:solidFill>
                  <a:srgbClr val="0F766E"/>
                </a:solidFill>
              </a:defRPr>
            </a:lvl9pPr>
          </a:lstStyle>
          <a:p xmlns:a="http://schemas.openxmlformats.org/drawingml/2006/main">
            <a:pPr>
              <a:defRPr sz="750" b="1">
                <a:solidFill>
                  <a:srgbClr val="0F766E"/>
                </a:solidFill>
              </a:defRPr>
            </a:pPr>
            <a:r>
              <a:rPr sz="750" b="1">
                <a:solidFill>
                  <a:srgbClr val="0F766E"/>
                </a:solidFill>
              </a:rPr>
              <a:t>SAMPLE</a:t>
            </a:r>
          </a:p>
        </p:txBody>
      </p:sp>
      <p:sp>
        <p:nvSpPr>
          <p:cNvPr id="31" name="">
            <a:extLst xmlns:a="http://schemas.openxmlformats.org/drawingml/2006/main">
              <a:ext uri="{FF2B5EF4-FFF2-40B4-BE49-F238E27FC236}">
                <a16:creationId xmlns:a16="http://schemas.microsoft.com/office/drawing/2014/main" id="{77318C96-6D71-4391-AFE1-7FC2CD9C44E7}"/>
              </a:ext>
            </a:extLst>
          </p:cNvPr>
          <p:cNvSpPr>
            <a:spLocks xmlns:a="http://schemas.openxmlformats.org/drawingml/2006/main" noGrp="1"/>
          </p:cNvSpPr>
          <p:nvPr/>
        </p:nvSpPr>
        <p:spPr>
          <a:xfrm xmlns:a="http://schemas.openxmlformats.org/drawingml/2006/main">
            <a:off x="4343400" y="5153025"/>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02A43"/>
                </a:solidFill>
              </a:defRPr>
            </a:defPPr>
            <a:lvl1pPr>
              <a:defRPr sz="1125" b="0">
                <a:solidFill>
                  <a:srgbClr val="102A43"/>
                </a:solidFill>
              </a:defRPr>
            </a:lvl1pPr>
            <a:lvl2pPr>
              <a:defRPr sz="1125" b="0">
                <a:solidFill>
                  <a:srgbClr val="102A43"/>
                </a:solidFill>
              </a:defRPr>
            </a:lvl2pPr>
            <a:lvl3pPr>
              <a:defRPr sz="1125" b="0">
                <a:solidFill>
                  <a:srgbClr val="102A43"/>
                </a:solidFill>
              </a:defRPr>
            </a:lvl3pPr>
            <a:lvl4pPr>
              <a:defRPr sz="1125" b="0">
                <a:solidFill>
                  <a:srgbClr val="102A43"/>
                </a:solidFill>
              </a:defRPr>
            </a:lvl4pPr>
            <a:lvl5pPr>
              <a:defRPr sz="1125" b="0">
                <a:solidFill>
                  <a:srgbClr val="102A43"/>
                </a:solidFill>
              </a:defRPr>
            </a:lvl5pPr>
            <a:lvl6pPr>
              <a:defRPr sz="1125" b="0">
                <a:solidFill>
                  <a:srgbClr val="102A43"/>
                </a:solidFill>
              </a:defRPr>
            </a:lvl6pPr>
            <a:lvl7pPr>
              <a:defRPr sz="1125" b="0">
                <a:solidFill>
                  <a:srgbClr val="102A43"/>
                </a:solidFill>
              </a:defRPr>
            </a:lvl7pPr>
            <a:lvl8pPr>
              <a:defRPr sz="1125" b="0">
                <a:solidFill>
                  <a:srgbClr val="102A43"/>
                </a:solidFill>
              </a:defRPr>
            </a:lvl8pPr>
            <a:lvl9pPr>
              <a:defRPr sz="1125" b="0">
                <a:solidFill>
                  <a:srgbClr val="102A43"/>
                </a:solidFill>
              </a:defRPr>
            </a:lvl9pPr>
          </a:lstStyle>
          <a:p xmlns:a="http://schemas.openxmlformats.org/drawingml/2006/main">
            <a:pPr>
              <a:defRPr sz="1125" b="0">
                <a:solidFill>
                  <a:srgbClr val="102A43"/>
                </a:solidFill>
              </a:defRPr>
            </a:pPr>
            <a:r>
              <a:rPr sz="1125" b="0">
                <a:solidFill>
                  <a:srgbClr val="102A43"/>
                </a:solidFill>
              </a:rPr>
              <a:t>12-15 XJTLU students or staff; one 15-minute session.</a:t>
            </a:r>
          </a:p>
        </p:txBody>
      </p:sp>
      <p:sp>
        <p:nvSpPr>
          <p:cNvPr id="32" name="">
            <a:extLst xmlns:a="http://schemas.openxmlformats.org/drawingml/2006/main">
              <a:ext uri="{FF2B5EF4-FFF2-40B4-BE49-F238E27FC236}">
                <a16:creationId xmlns:a16="http://schemas.microsoft.com/office/drawing/2014/main" id="{A5757EFC-F04D-4EDE-BEF2-235D4B316314}"/>
              </a:ext>
            </a:extLst>
          </p:cNvPr>
          <p:cNvSpPr>
            <a:spLocks xmlns:a="http://schemas.openxmlformats.org/drawingml/2006/main" noGrp="1"/>
          </p:cNvSpPr>
          <p:nvPr/>
        </p:nvSpPr>
        <p:spPr>
          <a:xfrm xmlns:a="http://schemas.openxmlformats.org/drawingml/2006/main">
            <a:off x="8153400" y="4714875"/>
            <a:ext cx="3333750" cy="19050"/>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33" name="">
            <a:extLst xmlns:a="http://schemas.openxmlformats.org/drawingml/2006/main">
              <a:ext uri="{FF2B5EF4-FFF2-40B4-BE49-F238E27FC236}">
                <a16:creationId xmlns:a16="http://schemas.microsoft.com/office/drawing/2014/main" id="{22EBA946-917B-4E9F-8BDC-1DF5F0DDFBBB}"/>
              </a:ext>
            </a:extLst>
          </p:cNvPr>
          <p:cNvSpPr>
            <a:spLocks xmlns:a="http://schemas.openxmlformats.org/drawingml/2006/main" noGrp="1"/>
          </p:cNvSpPr>
          <p:nvPr/>
        </p:nvSpPr>
        <p:spPr>
          <a:xfrm xmlns:a="http://schemas.openxmlformats.org/drawingml/2006/main">
            <a:off x="8153400" y="4886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0F766E"/>
                </a:solidFill>
              </a:defRPr>
            </a:defPPr>
            <a:lvl1pPr>
              <a:defRPr sz="750" b="1">
                <a:solidFill>
                  <a:srgbClr val="0F766E"/>
                </a:solidFill>
              </a:defRPr>
            </a:lvl1pPr>
            <a:lvl2pPr>
              <a:defRPr sz="750" b="1">
                <a:solidFill>
                  <a:srgbClr val="0F766E"/>
                </a:solidFill>
              </a:defRPr>
            </a:lvl2pPr>
            <a:lvl3pPr>
              <a:defRPr sz="750" b="1">
                <a:solidFill>
                  <a:srgbClr val="0F766E"/>
                </a:solidFill>
              </a:defRPr>
            </a:lvl3pPr>
            <a:lvl4pPr>
              <a:defRPr sz="750" b="1">
                <a:solidFill>
                  <a:srgbClr val="0F766E"/>
                </a:solidFill>
              </a:defRPr>
            </a:lvl4pPr>
            <a:lvl5pPr>
              <a:defRPr sz="750" b="1">
                <a:solidFill>
                  <a:srgbClr val="0F766E"/>
                </a:solidFill>
              </a:defRPr>
            </a:lvl5pPr>
            <a:lvl6pPr>
              <a:defRPr sz="750" b="1">
                <a:solidFill>
                  <a:srgbClr val="0F766E"/>
                </a:solidFill>
              </a:defRPr>
            </a:lvl6pPr>
            <a:lvl7pPr>
              <a:defRPr sz="750" b="1">
                <a:solidFill>
                  <a:srgbClr val="0F766E"/>
                </a:solidFill>
              </a:defRPr>
            </a:lvl7pPr>
            <a:lvl8pPr>
              <a:defRPr sz="750" b="1">
                <a:solidFill>
                  <a:srgbClr val="0F766E"/>
                </a:solidFill>
              </a:defRPr>
            </a:lvl8pPr>
            <a:lvl9pPr>
              <a:defRPr sz="750" b="1">
                <a:solidFill>
                  <a:srgbClr val="0F766E"/>
                </a:solidFill>
              </a:defRPr>
            </a:lvl9pPr>
          </a:lstStyle>
          <a:p xmlns:a="http://schemas.openxmlformats.org/drawingml/2006/main">
            <a:pPr>
              <a:defRPr sz="750" b="1">
                <a:solidFill>
                  <a:srgbClr val="0F766E"/>
                </a:solidFill>
              </a:defRPr>
            </a:pPr>
            <a:r>
              <a:rPr sz="750" b="1">
                <a:solidFill>
                  <a:srgbClr val="0F766E"/>
                </a:solidFill>
              </a:rPr>
              <a:t>RATIONALE</a:t>
            </a:r>
          </a:p>
        </p:txBody>
      </p:sp>
      <p:sp>
        <p:nvSpPr>
          <p:cNvPr id="34" name="">
            <a:extLst xmlns:a="http://schemas.openxmlformats.org/drawingml/2006/main">
              <a:ext uri="{FF2B5EF4-FFF2-40B4-BE49-F238E27FC236}">
                <a16:creationId xmlns:a16="http://schemas.microsoft.com/office/drawing/2014/main" id="{981771B9-2DC9-458D-A2D5-7664D6153889}"/>
              </a:ext>
            </a:extLst>
          </p:cNvPr>
          <p:cNvSpPr>
            <a:spLocks xmlns:a="http://schemas.openxmlformats.org/drawingml/2006/main" noGrp="1"/>
          </p:cNvSpPr>
          <p:nvPr/>
        </p:nvSpPr>
        <p:spPr>
          <a:xfrm xmlns:a="http://schemas.openxmlformats.org/drawingml/2006/main">
            <a:off x="8153400" y="5153025"/>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02A43"/>
                </a:solidFill>
              </a:defRPr>
            </a:defPPr>
            <a:lvl1pPr>
              <a:defRPr sz="1125" b="0">
                <a:solidFill>
                  <a:srgbClr val="102A43"/>
                </a:solidFill>
              </a:defRPr>
            </a:lvl1pPr>
            <a:lvl2pPr>
              <a:defRPr sz="1125" b="0">
                <a:solidFill>
                  <a:srgbClr val="102A43"/>
                </a:solidFill>
              </a:defRPr>
            </a:lvl2pPr>
            <a:lvl3pPr>
              <a:defRPr sz="1125" b="0">
                <a:solidFill>
                  <a:srgbClr val="102A43"/>
                </a:solidFill>
              </a:defRPr>
            </a:lvl3pPr>
            <a:lvl4pPr>
              <a:defRPr sz="1125" b="0">
                <a:solidFill>
                  <a:srgbClr val="102A43"/>
                </a:solidFill>
              </a:defRPr>
            </a:lvl4pPr>
            <a:lvl5pPr>
              <a:defRPr sz="1125" b="0">
                <a:solidFill>
                  <a:srgbClr val="102A43"/>
                </a:solidFill>
              </a:defRPr>
            </a:lvl5pPr>
            <a:lvl6pPr>
              <a:defRPr sz="1125" b="0">
                <a:solidFill>
                  <a:srgbClr val="102A43"/>
                </a:solidFill>
              </a:defRPr>
            </a:lvl6pPr>
            <a:lvl7pPr>
              <a:defRPr sz="1125" b="0">
                <a:solidFill>
                  <a:srgbClr val="102A43"/>
                </a:solidFill>
              </a:defRPr>
            </a:lvl7pPr>
            <a:lvl8pPr>
              <a:defRPr sz="1125" b="0">
                <a:solidFill>
                  <a:srgbClr val="102A43"/>
                </a:solidFill>
              </a:defRPr>
            </a:lvl8pPr>
            <a:lvl9pPr>
              <a:defRPr sz="1125" b="0">
                <a:solidFill>
                  <a:srgbClr val="102A43"/>
                </a:solidFill>
              </a:defRPr>
            </a:lvl9pPr>
          </a:lstStyle>
          <a:p xmlns:a="http://schemas.openxmlformats.org/drawingml/2006/main">
            <a:pPr>
              <a:defRPr sz="1125" b="0">
                <a:solidFill>
                  <a:srgbClr val="102A43"/>
                </a:solidFill>
              </a:defRPr>
            </a:pPr>
            <a:r>
              <a:rPr sz="1125" b="0">
                <a:solidFill>
                  <a:srgbClr val="102A43"/>
                </a:solidFill>
              </a:rPr>
              <a:t>Observed behaviour shows where users hesitate, fail, or need help.</a:t>
            </a:r>
          </a:p>
        </p:txBody>
      </p:sp>
    </p:spTree>
    <p:extLst>
      <p:ext uri="{BB962C8B-B14F-4D97-AF65-F5344CB8AC3E}">
        <p14:creationId xmlns:p14="http://schemas.microsoft.com/office/powerpoint/2010/main" val="970410672"/>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0D948C3-D225-40B8-AE20-6FF5ED9B18DF}"/>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DD50FE8A-F068-411B-9E4A-90B41BB711F2}"/>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PROCEDURE AND DATA COLLECTION</a:t>
            </a:r>
          </a:p>
        </p:txBody>
      </p:sp>
      <p:sp>
        <p:nvSpPr>
          <p:cNvPr id="3" name="">
            <a:extLst xmlns:a="http://schemas.openxmlformats.org/drawingml/2006/main">
              <a:ext uri="{FF2B5EF4-FFF2-40B4-BE49-F238E27FC236}">
                <a16:creationId xmlns:a16="http://schemas.microsoft.com/office/drawing/2014/main" id="{B5C79990-5E9F-4C31-8550-940C3422C9A5}"/>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One session, five steps, one aligned questionnaire</a:t>
            </a:r>
          </a:p>
        </p:txBody>
      </p:sp>
      <p:sp>
        <p:nvSpPr>
          <p:cNvPr id="4" name="">
            <a:extLst xmlns:a="http://schemas.openxmlformats.org/drawingml/2006/main">
              <a:ext uri="{FF2B5EF4-FFF2-40B4-BE49-F238E27FC236}">
                <a16:creationId xmlns:a16="http://schemas.microsoft.com/office/drawing/2014/main" id="{A608A208-EB16-4BF4-AD65-2F85219C7931}"/>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1D7C3B87-3106-4739-B86E-E4C4DC6B0424}"/>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4 / 7</a:t>
            </a:r>
          </a:p>
        </p:txBody>
      </p:sp>
      <p:sp>
        <p:nvSpPr>
          <p:cNvPr id="6" name="">
            <a:extLst xmlns:a="http://schemas.openxmlformats.org/drawingml/2006/main">
              <a:ext uri="{FF2B5EF4-FFF2-40B4-BE49-F238E27FC236}">
                <a16:creationId xmlns:a16="http://schemas.microsoft.com/office/drawing/2014/main" id="{C5FBD800-89CE-44A8-9E80-B414CC03BCA2}"/>
              </a:ext>
            </a:extLst>
          </p:cNvPr>
          <p:cNvSpPr>
            <a:spLocks xmlns:a="http://schemas.openxmlformats.org/drawingml/2006/main" noGrp="1"/>
          </p:cNvSpPr>
          <p:nvPr/>
        </p:nvSpPr>
        <p:spPr>
          <a:xfrm xmlns:a="http://schemas.openxmlformats.org/drawingml/2006/main">
            <a:off x="1047750" y="2476500"/>
            <a:ext cx="9715500" cy="19050"/>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7" name="">
            <a:extLst xmlns:a="http://schemas.openxmlformats.org/drawingml/2006/main">
              <a:ext uri="{FF2B5EF4-FFF2-40B4-BE49-F238E27FC236}">
                <a16:creationId xmlns:a16="http://schemas.microsoft.com/office/drawing/2014/main" id="{08F51FC9-44E7-41FF-95AE-5DFA0EC7760A}"/>
              </a:ext>
            </a:extLst>
          </p:cNvPr>
          <p:cNvSpPr>
            <a:spLocks xmlns:a="http://schemas.openxmlformats.org/drawingml/2006/main" noGrp="1"/>
          </p:cNvSpPr>
          <p:nvPr/>
        </p:nvSpPr>
        <p:spPr>
          <a:xfrm xmlns:a="http://schemas.openxmlformats.org/drawingml/2006/main">
            <a:off x="838200" y="2266950"/>
            <a:ext cx="419100" cy="41910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8" name="">
            <a:extLst xmlns:a="http://schemas.openxmlformats.org/drawingml/2006/main">
              <a:ext uri="{FF2B5EF4-FFF2-40B4-BE49-F238E27FC236}">
                <a16:creationId xmlns:a16="http://schemas.microsoft.com/office/drawing/2014/main" id="{57A17AED-F6BE-4BAD-A066-98633ED59747}"/>
              </a:ext>
            </a:extLst>
          </p:cNvPr>
          <p:cNvSpPr>
            <a:spLocks xmlns:a="http://schemas.openxmlformats.org/drawingml/2006/main" noGrp="1"/>
          </p:cNvSpPr>
          <p:nvPr/>
        </p:nvSpPr>
        <p:spPr>
          <a:xfrm xmlns:a="http://schemas.openxmlformats.org/drawingml/2006/main">
            <a:off x="933450" y="236220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FFFFFF"/>
                </a:solidFill>
              </a:defRPr>
            </a:defPPr>
            <a:lvl1pPr>
              <a:defRPr sz="900" b="1">
                <a:solidFill>
                  <a:srgbClr val="FFFFFF"/>
                </a:solidFill>
              </a:defRPr>
            </a:lvl1pPr>
            <a:lvl2pPr>
              <a:defRPr sz="900" b="1">
                <a:solidFill>
                  <a:srgbClr val="FFFFFF"/>
                </a:solidFill>
              </a:defRPr>
            </a:lvl2pPr>
            <a:lvl3pPr>
              <a:defRPr sz="900" b="1">
                <a:solidFill>
                  <a:srgbClr val="FFFFFF"/>
                </a:solidFill>
              </a:defRPr>
            </a:lvl3pPr>
            <a:lvl4pPr>
              <a:defRPr sz="900" b="1">
                <a:solidFill>
                  <a:srgbClr val="FFFFFF"/>
                </a:solidFill>
              </a:defRPr>
            </a:lvl4pPr>
            <a:lvl5pPr>
              <a:defRPr sz="900" b="1">
                <a:solidFill>
                  <a:srgbClr val="FFFFFF"/>
                </a:solidFill>
              </a:defRPr>
            </a:lvl5pPr>
            <a:lvl6pPr>
              <a:defRPr sz="900" b="1">
                <a:solidFill>
                  <a:srgbClr val="FFFFFF"/>
                </a:solidFill>
              </a:defRPr>
            </a:lvl6pPr>
            <a:lvl7pPr>
              <a:defRPr sz="900" b="1">
                <a:solidFill>
                  <a:srgbClr val="FFFFFF"/>
                </a:solidFill>
              </a:defRPr>
            </a:lvl7pPr>
            <a:lvl8pPr>
              <a:defRPr sz="900" b="1">
                <a:solidFill>
                  <a:srgbClr val="FFFFFF"/>
                </a:solidFill>
              </a:defRPr>
            </a:lvl8pPr>
            <a:lvl9pPr>
              <a:defRPr sz="900" b="1">
                <a:solidFill>
                  <a:srgbClr val="FFFFFF"/>
                </a:solidFill>
              </a:defRPr>
            </a:lvl9pPr>
          </a:lstStyle>
          <a:p xmlns:a="http://schemas.openxmlformats.org/drawingml/2006/main">
            <a:pPr>
              <a:defRPr sz="900" b="1">
                <a:solidFill>
                  <a:srgbClr val="FFFFFF"/>
                </a:solidFill>
              </a:defRPr>
            </a:pPr>
            <a:r>
              <a:rPr sz="900" b="1">
                <a:solidFill>
                  <a:srgbClr val="FFFFFF"/>
                </a:solidFill>
              </a:rPr>
              <a:t>1</a:t>
            </a:r>
          </a:p>
        </p:txBody>
      </p:sp>
      <p:sp>
        <p:nvSpPr>
          <p:cNvPr id="9" name="">
            <a:extLst xmlns:a="http://schemas.openxmlformats.org/drawingml/2006/main">
              <a:ext uri="{FF2B5EF4-FFF2-40B4-BE49-F238E27FC236}">
                <a16:creationId xmlns:a16="http://schemas.microsoft.com/office/drawing/2014/main" id="{937D54F1-1A6B-401D-97C9-511B8A6CE053}"/>
              </a:ext>
            </a:extLst>
          </p:cNvPr>
          <p:cNvSpPr>
            <a:spLocks xmlns:a="http://schemas.openxmlformats.org/drawingml/2006/main" noGrp="1"/>
          </p:cNvSpPr>
          <p:nvPr/>
        </p:nvSpPr>
        <p:spPr>
          <a:xfrm xmlns:a="http://schemas.openxmlformats.org/drawingml/2006/main">
            <a:off x="428625" y="281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02A43"/>
                </a:solidFill>
              </a:defRPr>
            </a:defPPr>
            <a:lvl1pPr>
              <a:defRPr sz="1050" b="1">
                <a:solidFill>
                  <a:srgbClr val="102A43"/>
                </a:solidFill>
              </a:defRPr>
            </a:lvl1pPr>
            <a:lvl2pPr>
              <a:defRPr sz="1050" b="1">
                <a:solidFill>
                  <a:srgbClr val="102A43"/>
                </a:solidFill>
              </a:defRPr>
            </a:lvl2pPr>
            <a:lvl3pPr>
              <a:defRPr sz="1050" b="1">
                <a:solidFill>
                  <a:srgbClr val="102A43"/>
                </a:solidFill>
              </a:defRPr>
            </a:lvl3pPr>
            <a:lvl4pPr>
              <a:defRPr sz="1050" b="1">
                <a:solidFill>
                  <a:srgbClr val="102A43"/>
                </a:solidFill>
              </a:defRPr>
            </a:lvl4pPr>
            <a:lvl5pPr>
              <a:defRPr sz="1050" b="1">
                <a:solidFill>
                  <a:srgbClr val="102A43"/>
                </a:solidFill>
              </a:defRPr>
            </a:lvl5pPr>
            <a:lvl6pPr>
              <a:defRPr sz="1050" b="1">
                <a:solidFill>
                  <a:srgbClr val="102A43"/>
                </a:solidFill>
              </a:defRPr>
            </a:lvl6pPr>
            <a:lvl7pPr>
              <a:defRPr sz="1050" b="1">
                <a:solidFill>
                  <a:srgbClr val="102A43"/>
                </a:solidFill>
              </a:defRPr>
            </a:lvl7pPr>
            <a:lvl8pPr>
              <a:defRPr sz="1050" b="1">
                <a:solidFill>
                  <a:srgbClr val="102A43"/>
                </a:solidFill>
              </a:defRPr>
            </a:lvl8pPr>
            <a:lvl9pPr>
              <a:defRPr sz="1050" b="1">
                <a:solidFill>
                  <a:srgbClr val="102A43"/>
                </a:solidFill>
              </a:defRPr>
            </a:lvl9pPr>
          </a:lstStyle>
          <a:p xmlns:a="http://schemas.openxmlformats.org/drawingml/2006/main">
            <a:pPr>
              <a:defRPr sz="1050" b="1">
                <a:solidFill>
                  <a:srgbClr val="102A43"/>
                </a:solidFill>
              </a:defRPr>
            </a:pPr>
            <a:r>
              <a:rPr sz="1050" b="1">
                <a:solidFill>
                  <a:srgbClr val="102A43"/>
                </a:solidFill>
              </a:rPr>
              <a:t>Consent</a:t>
            </a:r>
          </a:p>
        </p:txBody>
      </p:sp>
      <p:sp>
        <p:nvSpPr>
          <p:cNvPr id="10" name="">
            <a:extLst xmlns:a="http://schemas.openxmlformats.org/drawingml/2006/main">
              <a:ext uri="{FF2B5EF4-FFF2-40B4-BE49-F238E27FC236}">
                <a16:creationId xmlns:a16="http://schemas.microsoft.com/office/drawing/2014/main" id="{25CFF0AA-15AC-442E-ABF4-1CBF9DEB2E95}"/>
              </a:ext>
            </a:extLst>
          </p:cNvPr>
          <p:cNvSpPr>
            <a:spLocks xmlns:a="http://schemas.openxmlformats.org/drawingml/2006/main" noGrp="1"/>
          </p:cNvSpPr>
          <p:nvPr/>
        </p:nvSpPr>
        <p:spPr>
          <a:xfrm xmlns:a="http://schemas.openxmlformats.org/drawingml/2006/main">
            <a:off x="3267075" y="2266950"/>
            <a:ext cx="419100" cy="41910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11" name="">
            <a:extLst xmlns:a="http://schemas.openxmlformats.org/drawingml/2006/main">
              <a:ext uri="{FF2B5EF4-FFF2-40B4-BE49-F238E27FC236}">
                <a16:creationId xmlns:a16="http://schemas.microsoft.com/office/drawing/2014/main" id="{180F0890-59E7-443C-A088-068582F6675F}"/>
              </a:ext>
            </a:extLst>
          </p:cNvPr>
          <p:cNvSpPr>
            <a:spLocks xmlns:a="http://schemas.openxmlformats.org/drawingml/2006/main" noGrp="1"/>
          </p:cNvSpPr>
          <p:nvPr/>
        </p:nvSpPr>
        <p:spPr>
          <a:xfrm xmlns:a="http://schemas.openxmlformats.org/drawingml/2006/main">
            <a:off x="3362325" y="236220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FFFFFF"/>
                </a:solidFill>
              </a:defRPr>
            </a:defPPr>
            <a:lvl1pPr>
              <a:defRPr sz="900" b="1">
                <a:solidFill>
                  <a:srgbClr val="FFFFFF"/>
                </a:solidFill>
              </a:defRPr>
            </a:lvl1pPr>
            <a:lvl2pPr>
              <a:defRPr sz="900" b="1">
                <a:solidFill>
                  <a:srgbClr val="FFFFFF"/>
                </a:solidFill>
              </a:defRPr>
            </a:lvl2pPr>
            <a:lvl3pPr>
              <a:defRPr sz="900" b="1">
                <a:solidFill>
                  <a:srgbClr val="FFFFFF"/>
                </a:solidFill>
              </a:defRPr>
            </a:lvl3pPr>
            <a:lvl4pPr>
              <a:defRPr sz="900" b="1">
                <a:solidFill>
                  <a:srgbClr val="FFFFFF"/>
                </a:solidFill>
              </a:defRPr>
            </a:lvl4pPr>
            <a:lvl5pPr>
              <a:defRPr sz="900" b="1">
                <a:solidFill>
                  <a:srgbClr val="FFFFFF"/>
                </a:solidFill>
              </a:defRPr>
            </a:lvl5pPr>
            <a:lvl6pPr>
              <a:defRPr sz="900" b="1">
                <a:solidFill>
                  <a:srgbClr val="FFFFFF"/>
                </a:solidFill>
              </a:defRPr>
            </a:lvl6pPr>
            <a:lvl7pPr>
              <a:defRPr sz="900" b="1">
                <a:solidFill>
                  <a:srgbClr val="FFFFFF"/>
                </a:solidFill>
              </a:defRPr>
            </a:lvl7pPr>
            <a:lvl8pPr>
              <a:defRPr sz="900" b="1">
                <a:solidFill>
                  <a:srgbClr val="FFFFFF"/>
                </a:solidFill>
              </a:defRPr>
            </a:lvl8pPr>
            <a:lvl9pPr>
              <a:defRPr sz="900" b="1">
                <a:solidFill>
                  <a:srgbClr val="FFFFFF"/>
                </a:solidFill>
              </a:defRPr>
            </a:lvl9pPr>
          </a:lstStyle>
          <a:p xmlns:a="http://schemas.openxmlformats.org/drawingml/2006/main">
            <a:pP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FBE9D328-C782-426D-8A4E-529E44842004}"/>
              </a:ext>
            </a:extLst>
          </p:cNvPr>
          <p:cNvSpPr>
            <a:spLocks xmlns:a="http://schemas.openxmlformats.org/drawingml/2006/main" noGrp="1"/>
          </p:cNvSpPr>
          <p:nvPr/>
        </p:nvSpPr>
        <p:spPr>
          <a:xfrm xmlns:a="http://schemas.openxmlformats.org/drawingml/2006/main">
            <a:off x="2857500" y="281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02A43"/>
                </a:solidFill>
              </a:defRPr>
            </a:defPPr>
            <a:lvl1pPr>
              <a:defRPr sz="1050" b="1">
                <a:solidFill>
                  <a:srgbClr val="102A43"/>
                </a:solidFill>
              </a:defRPr>
            </a:lvl1pPr>
            <a:lvl2pPr>
              <a:defRPr sz="1050" b="1">
                <a:solidFill>
                  <a:srgbClr val="102A43"/>
                </a:solidFill>
              </a:defRPr>
            </a:lvl2pPr>
            <a:lvl3pPr>
              <a:defRPr sz="1050" b="1">
                <a:solidFill>
                  <a:srgbClr val="102A43"/>
                </a:solidFill>
              </a:defRPr>
            </a:lvl3pPr>
            <a:lvl4pPr>
              <a:defRPr sz="1050" b="1">
                <a:solidFill>
                  <a:srgbClr val="102A43"/>
                </a:solidFill>
              </a:defRPr>
            </a:lvl4pPr>
            <a:lvl5pPr>
              <a:defRPr sz="1050" b="1">
                <a:solidFill>
                  <a:srgbClr val="102A43"/>
                </a:solidFill>
              </a:defRPr>
            </a:lvl5pPr>
            <a:lvl6pPr>
              <a:defRPr sz="1050" b="1">
                <a:solidFill>
                  <a:srgbClr val="102A43"/>
                </a:solidFill>
              </a:defRPr>
            </a:lvl6pPr>
            <a:lvl7pPr>
              <a:defRPr sz="1050" b="1">
                <a:solidFill>
                  <a:srgbClr val="102A43"/>
                </a:solidFill>
              </a:defRPr>
            </a:lvl7pPr>
            <a:lvl8pPr>
              <a:defRPr sz="1050" b="1">
                <a:solidFill>
                  <a:srgbClr val="102A43"/>
                </a:solidFill>
              </a:defRPr>
            </a:lvl8pPr>
            <a:lvl9pPr>
              <a:defRPr sz="1050" b="1">
                <a:solidFill>
                  <a:srgbClr val="102A43"/>
                </a:solidFill>
              </a:defRPr>
            </a:lvl9pPr>
          </a:lstStyle>
          <a:p xmlns:a="http://schemas.openxmlformats.org/drawingml/2006/main">
            <a:pPr>
              <a:defRPr sz="1050" b="1">
                <a:solidFill>
                  <a:srgbClr val="102A43"/>
                </a:solidFill>
              </a:defRPr>
            </a:pPr>
            <a:r>
              <a:rPr sz="1050" b="1">
                <a:solidFill>
                  <a:srgbClr val="102A43"/>
                </a:solidFill>
              </a:rPr>
              <a:t>Warm-up</a:t>
            </a:r>
          </a:p>
        </p:txBody>
      </p:sp>
      <p:sp>
        <p:nvSpPr>
          <p:cNvPr id="13" name="">
            <a:extLst xmlns:a="http://schemas.openxmlformats.org/drawingml/2006/main">
              <a:ext uri="{FF2B5EF4-FFF2-40B4-BE49-F238E27FC236}">
                <a16:creationId xmlns:a16="http://schemas.microsoft.com/office/drawing/2014/main" id="{33BA08B6-3548-4BBC-9B6B-995030AF9FC4}"/>
              </a:ext>
            </a:extLst>
          </p:cNvPr>
          <p:cNvSpPr>
            <a:spLocks xmlns:a="http://schemas.openxmlformats.org/drawingml/2006/main" noGrp="1"/>
          </p:cNvSpPr>
          <p:nvPr/>
        </p:nvSpPr>
        <p:spPr>
          <a:xfrm xmlns:a="http://schemas.openxmlformats.org/drawingml/2006/main">
            <a:off x="5695950" y="2266950"/>
            <a:ext cx="419100" cy="41910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14" name="">
            <a:extLst xmlns:a="http://schemas.openxmlformats.org/drawingml/2006/main">
              <a:ext uri="{FF2B5EF4-FFF2-40B4-BE49-F238E27FC236}">
                <a16:creationId xmlns:a16="http://schemas.microsoft.com/office/drawing/2014/main" id="{5136C073-B2AE-4745-99DA-F46A4DCBD4C1}"/>
              </a:ext>
            </a:extLst>
          </p:cNvPr>
          <p:cNvSpPr>
            <a:spLocks xmlns:a="http://schemas.openxmlformats.org/drawingml/2006/main" noGrp="1"/>
          </p:cNvSpPr>
          <p:nvPr/>
        </p:nvSpPr>
        <p:spPr>
          <a:xfrm xmlns:a="http://schemas.openxmlformats.org/drawingml/2006/main">
            <a:off x="5791200" y="236220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FFFFFF"/>
                </a:solidFill>
              </a:defRPr>
            </a:defPPr>
            <a:lvl1pPr>
              <a:defRPr sz="900" b="1">
                <a:solidFill>
                  <a:srgbClr val="FFFFFF"/>
                </a:solidFill>
              </a:defRPr>
            </a:lvl1pPr>
            <a:lvl2pPr>
              <a:defRPr sz="900" b="1">
                <a:solidFill>
                  <a:srgbClr val="FFFFFF"/>
                </a:solidFill>
              </a:defRPr>
            </a:lvl2pPr>
            <a:lvl3pPr>
              <a:defRPr sz="900" b="1">
                <a:solidFill>
                  <a:srgbClr val="FFFFFF"/>
                </a:solidFill>
              </a:defRPr>
            </a:lvl3pPr>
            <a:lvl4pPr>
              <a:defRPr sz="900" b="1">
                <a:solidFill>
                  <a:srgbClr val="FFFFFF"/>
                </a:solidFill>
              </a:defRPr>
            </a:lvl4pPr>
            <a:lvl5pPr>
              <a:defRPr sz="900" b="1">
                <a:solidFill>
                  <a:srgbClr val="FFFFFF"/>
                </a:solidFill>
              </a:defRPr>
            </a:lvl5pPr>
            <a:lvl6pPr>
              <a:defRPr sz="900" b="1">
                <a:solidFill>
                  <a:srgbClr val="FFFFFF"/>
                </a:solidFill>
              </a:defRPr>
            </a:lvl6pPr>
            <a:lvl7pPr>
              <a:defRPr sz="900" b="1">
                <a:solidFill>
                  <a:srgbClr val="FFFFFF"/>
                </a:solidFill>
              </a:defRPr>
            </a:lvl7pPr>
            <a:lvl8pPr>
              <a:defRPr sz="900" b="1">
                <a:solidFill>
                  <a:srgbClr val="FFFFFF"/>
                </a:solidFill>
              </a:defRPr>
            </a:lvl8pPr>
            <a:lvl9pPr>
              <a:defRPr sz="900" b="1">
                <a:solidFill>
                  <a:srgbClr val="FFFFFF"/>
                </a:solidFill>
              </a:defRPr>
            </a:lvl9pPr>
          </a:lstStyle>
          <a:p xmlns:a="http://schemas.openxmlformats.org/drawingml/2006/main">
            <a:pPr>
              <a:defRPr sz="900" b="1">
                <a:solidFill>
                  <a:srgbClr val="FFFFFF"/>
                </a:solidFill>
              </a:defRPr>
            </a:pPr>
            <a:r>
              <a:rPr sz="900" b="1">
                <a:solidFill>
                  <a:srgbClr val="FFFFFF"/>
                </a:solidFill>
              </a:rPr>
              <a:t>3</a:t>
            </a:r>
          </a:p>
        </p:txBody>
      </p:sp>
      <p:sp>
        <p:nvSpPr>
          <p:cNvPr id="15" name="">
            <a:extLst xmlns:a="http://schemas.openxmlformats.org/drawingml/2006/main">
              <a:ext uri="{FF2B5EF4-FFF2-40B4-BE49-F238E27FC236}">
                <a16:creationId xmlns:a16="http://schemas.microsoft.com/office/drawing/2014/main" id="{8FD893E3-D3A6-4D9C-9F6B-3E6BD4E1F52A}"/>
              </a:ext>
            </a:extLst>
          </p:cNvPr>
          <p:cNvSpPr>
            <a:spLocks xmlns:a="http://schemas.openxmlformats.org/drawingml/2006/main" noGrp="1"/>
          </p:cNvSpPr>
          <p:nvPr/>
        </p:nvSpPr>
        <p:spPr>
          <a:xfrm xmlns:a="http://schemas.openxmlformats.org/drawingml/2006/main">
            <a:off x="5286375" y="281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02A43"/>
                </a:solidFill>
              </a:defRPr>
            </a:defPPr>
            <a:lvl1pPr>
              <a:defRPr sz="1050" b="1">
                <a:solidFill>
                  <a:srgbClr val="102A43"/>
                </a:solidFill>
              </a:defRPr>
            </a:lvl1pPr>
            <a:lvl2pPr>
              <a:defRPr sz="1050" b="1">
                <a:solidFill>
                  <a:srgbClr val="102A43"/>
                </a:solidFill>
              </a:defRPr>
            </a:lvl2pPr>
            <a:lvl3pPr>
              <a:defRPr sz="1050" b="1">
                <a:solidFill>
                  <a:srgbClr val="102A43"/>
                </a:solidFill>
              </a:defRPr>
            </a:lvl3pPr>
            <a:lvl4pPr>
              <a:defRPr sz="1050" b="1">
                <a:solidFill>
                  <a:srgbClr val="102A43"/>
                </a:solidFill>
              </a:defRPr>
            </a:lvl4pPr>
            <a:lvl5pPr>
              <a:defRPr sz="1050" b="1">
                <a:solidFill>
                  <a:srgbClr val="102A43"/>
                </a:solidFill>
              </a:defRPr>
            </a:lvl5pPr>
            <a:lvl6pPr>
              <a:defRPr sz="1050" b="1">
                <a:solidFill>
                  <a:srgbClr val="102A43"/>
                </a:solidFill>
              </a:defRPr>
            </a:lvl6pPr>
            <a:lvl7pPr>
              <a:defRPr sz="1050" b="1">
                <a:solidFill>
                  <a:srgbClr val="102A43"/>
                </a:solidFill>
              </a:defRPr>
            </a:lvl7pPr>
            <a:lvl8pPr>
              <a:defRPr sz="1050" b="1">
                <a:solidFill>
                  <a:srgbClr val="102A43"/>
                </a:solidFill>
              </a:defRPr>
            </a:lvl8pPr>
            <a:lvl9pPr>
              <a:defRPr sz="1050" b="1">
                <a:solidFill>
                  <a:srgbClr val="102A43"/>
                </a:solidFill>
              </a:defRPr>
            </a:lvl9pPr>
          </a:lstStyle>
          <a:p xmlns:a="http://schemas.openxmlformats.org/drawingml/2006/main">
            <a:pPr>
              <a:defRPr sz="1050" b="1">
                <a:solidFill>
                  <a:srgbClr val="102A43"/>
                </a:solidFill>
              </a:defRPr>
            </a:pPr>
            <a:r>
              <a:rPr sz="1050" b="1">
                <a:solidFill>
                  <a:srgbClr val="102A43"/>
                </a:solidFill>
              </a:rPr>
              <a:t>Four tasks</a:t>
            </a:r>
          </a:p>
        </p:txBody>
      </p:sp>
      <p:sp>
        <p:nvSpPr>
          <p:cNvPr id="16" name="">
            <a:extLst xmlns:a="http://schemas.openxmlformats.org/drawingml/2006/main">
              <a:ext uri="{FF2B5EF4-FFF2-40B4-BE49-F238E27FC236}">
                <a16:creationId xmlns:a16="http://schemas.microsoft.com/office/drawing/2014/main" id="{25A8BD45-9898-4C20-B4D1-C0D757C29DA0}"/>
              </a:ext>
            </a:extLst>
          </p:cNvPr>
          <p:cNvSpPr>
            <a:spLocks xmlns:a="http://schemas.openxmlformats.org/drawingml/2006/main" noGrp="1"/>
          </p:cNvSpPr>
          <p:nvPr/>
        </p:nvSpPr>
        <p:spPr>
          <a:xfrm xmlns:a="http://schemas.openxmlformats.org/drawingml/2006/main">
            <a:off x="8124825" y="2266950"/>
            <a:ext cx="419100" cy="41910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17" name="">
            <a:extLst xmlns:a="http://schemas.openxmlformats.org/drawingml/2006/main">
              <a:ext uri="{FF2B5EF4-FFF2-40B4-BE49-F238E27FC236}">
                <a16:creationId xmlns:a16="http://schemas.microsoft.com/office/drawing/2014/main" id="{0F88BD16-1BC6-4D72-A416-ECFE8C47BCC9}"/>
              </a:ext>
            </a:extLst>
          </p:cNvPr>
          <p:cNvSpPr>
            <a:spLocks xmlns:a="http://schemas.openxmlformats.org/drawingml/2006/main" noGrp="1"/>
          </p:cNvSpPr>
          <p:nvPr/>
        </p:nvSpPr>
        <p:spPr>
          <a:xfrm xmlns:a="http://schemas.openxmlformats.org/drawingml/2006/main">
            <a:off x="8220075" y="236220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FFFFFF"/>
                </a:solidFill>
              </a:defRPr>
            </a:defPPr>
            <a:lvl1pPr>
              <a:defRPr sz="900" b="1">
                <a:solidFill>
                  <a:srgbClr val="FFFFFF"/>
                </a:solidFill>
              </a:defRPr>
            </a:lvl1pPr>
            <a:lvl2pPr>
              <a:defRPr sz="900" b="1">
                <a:solidFill>
                  <a:srgbClr val="FFFFFF"/>
                </a:solidFill>
              </a:defRPr>
            </a:lvl2pPr>
            <a:lvl3pPr>
              <a:defRPr sz="900" b="1">
                <a:solidFill>
                  <a:srgbClr val="FFFFFF"/>
                </a:solidFill>
              </a:defRPr>
            </a:lvl3pPr>
            <a:lvl4pPr>
              <a:defRPr sz="900" b="1">
                <a:solidFill>
                  <a:srgbClr val="FFFFFF"/>
                </a:solidFill>
              </a:defRPr>
            </a:lvl4pPr>
            <a:lvl5pPr>
              <a:defRPr sz="900" b="1">
                <a:solidFill>
                  <a:srgbClr val="FFFFFF"/>
                </a:solidFill>
              </a:defRPr>
            </a:lvl5pPr>
            <a:lvl6pPr>
              <a:defRPr sz="900" b="1">
                <a:solidFill>
                  <a:srgbClr val="FFFFFF"/>
                </a:solidFill>
              </a:defRPr>
            </a:lvl6pPr>
            <a:lvl7pPr>
              <a:defRPr sz="900" b="1">
                <a:solidFill>
                  <a:srgbClr val="FFFFFF"/>
                </a:solidFill>
              </a:defRPr>
            </a:lvl7pPr>
            <a:lvl8pPr>
              <a:defRPr sz="900" b="1">
                <a:solidFill>
                  <a:srgbClr val="FFFFFF"/>
                </a:solidFill>
              </a:defRPr>
            </a:lvl8pPr>
            <a:lvl9pPr>
              <a:defRPr sz="900" b="1">
                <a:solidFill>
                  <a:srgbClr val="FFFFFF"/>
                </a:solidFill>
              </a:defRPr>
            </a:lvl9pPr>
          </a:lstStyle>
          <a:p xmlns:a="http://schemas.openxmlformats.org/drawingml/2006/main">
            <a:pPr>
              <a:defRPr sz="900" b="1">
                <a:solidFill>
                  <a:srgbClr val="FFFFFF"/>
                </a:solidFill>
              </a:defRPr>
            </a:pPr>
            <a:r>
              <a:rPr sz="900" b="1">
                <a:solidFill>
                  <a:srgbClr val="FFFFFF"/>
                </a:solidFill>
              </a:rPr>
              <a:t>4</a:t>
            </a:r>
          </a:p>
        </p:txBody>
      </p:sp>
      <p:sp>
        <p:nvSpPr>
          <p:cNvPr id="18" name="">
            <a:extLst xmlns:a="http://schemas.openxmlformats.org/drawingml/2006/main">
              <a:ext uri="{FF2B5EF4-FFF2-40B4-BE49-F238E27FC236}">
                <a16:creationId xmlns:a16="http://schemas.microsoft.com/office/drawing/2014/main" id="{2A491467-79B9-48FA-B026-282669D2E6F4}"/>
              </a:ext>
            </a:extLst>
          </p:cNvPr>
          <p:cNvSpPr>
            <a:spLocks xmlns:a="http://schemas.openxmlformats.org/drawingml/2006/main" noGrp="1"/>
          </p:cNvSpPr>
          <p:nvPr/>
        </p:nvSpPr>
        <p:spPr>
          <a:xfrm xmlns:a="http://schemas.openxmlformats.org/drawingml/2006/main">
            <a:off x="7715250" y="281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02A43"/>
                </a:solidFill>
              </a:defRPr>
            </a:defPPr>
            <a:lvl1pPr>
              <a:defRPr sz="1050" b="1">
                <a:solidFill>
                  <a:srgbClr val="102A43"/>
                </a:solidFill>
              </a:defRPr>
            </a:lvl1pPr>
            <a:lvl2pPr>
              <a:defRPr sz="1050" b="1">
                <a:solidFill>
                  <a:srgbClr val="102A43"/>
                </a:solidFill>
              </a:defRPr>
            </a:lvl2pPr>
            <a:lvl3pPr>
              <a:defRPr sz="1050" b="1">
                <a:solidFill>
                  <a:srgbClr val="102A43"/>
                </a:solidFill>
              </a:defRPr>
            </a:lvl3pPr>
            <a:lvl4pPr>
              <a:defRPr sz="1050" b="1">
                <a:solidFill>
                  <a:srgbClr val="102A43"/>
                </a:solidFill>
              </a:defRPr>
            </a:lvl4pPr>
            <a:lvl5pPr>
              <a:defRPr sz="1050" b="1">
                <a:solidFill>
                  <a:srgbClr val="102A43"/>
                </a:solidFill>
              </a:defRPr>
            </a:lvl5pPr>
            <a:lvl6pPr>
              <a:defRPr sz="1050" b="1">
                <a:solidFill>
                  <a:srgbClr val="102A43"/>
                </a:solidFill>
              </a:defRPr>
            </a:lvl6pPr>
            <a:lvl7pPr>
              <a:defRPr sz="1050" b="1">
                <a:solidFill>
                  <a:srgbClr val="102A43"/>
                </a:solidFill>
              </a:defRPr>
            </a:lvl7pPr>
            <a:lvl8pPr>
              <a:defRPr sz="1050" b="1">
                <a:solidFill>
                  <a:srgbClr val="102A43"/>
                </a:solidFill>
              </a:defRPr>
            </a:lvl8pPr>
            <a:lvl9pPr>
              <a:defRPr sz="1050" b="1">
                <a:solidFill>
                  <a:srgbClr val="102A43"/>
                </a:solidFill>
              </a:defRPr>
            </a:lvl9pPr>
          </a:lstStyle>
          <a:p xmlns:a="http://schemas.openxmlformats.org/drawingml/2006/main">
            <a:pPr>
              <a:defRPr sz="1050" b="1">
                <a:solidFill>
                  <a:srgbClr val="102A43"/>
                </a:solidFill>
              </a:defRPr>
            </a:pPr>
            <a:r>
              <a:rPr sz="1050" b="1">
                <a:solidFill>
                  <a:srgbClr val="102A43"/>
                </a:solidFill>
              </a:rPr>
              <a:t>SUS</a:t>
            </a:r>
          </a:p>
        </p:txBody>
      </p:sp>
      <p:sp>
        <p:nvSpPr>
          <p:cNvPr id="19" name="">
            <a:extLst xmlns:a="http://schemas.openxmlformats.org/drawingml/2006/main">
              <a:ext uri="{FF2B5EF4-FFF2-40B4-BE49-F238E27FC236}">
                <a16:creationId xmlns:a16="http://schemas.microsoft.com/office/drawing/2014/main" id="{02F7485B-CC36-42F2-8982-E8B1DC07FB3C}"/>
              </a:ext>
            </a:extLst>
          </p:cNvPr>
          <p:cNvSpPr>
            <a:spLocks xmlns:a="http://schemas.openxmlformats.org/drawingml/2006/main" noGrp="1"/>
          </p:cNvSpPr>
          <p:nvPr/>
        </p:nvSpPr>
        <p:spPr>
          <a:xfrm xmlns:a="http://schemas.openxmlformats.org/drawingml/2006/main">
            <a:off x="10553700" y="2266950"/>
            <a:ext cx="419100" cy="41910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20" name="">
            <a:extLst xmlns:a="http://schemas.openxmlformats.org/drawingml/2006/main">
              <a:ext uri="{FF2B5EF4-FFF2-40B4-BE49-F238E27FC236}">
                <a16:creationId xmlns:a16="http://schemas.microsoft.com/office/drawing/2014/main" id="{322F3001-4751-43CA-9D92-FD02FE894616}"/>
              </a:ext>
            </a:extLst>
          </p:cNvPr>
          <p:cNvSpPr>
            <a:spLocks xmlns:a="http://schemas.openxmlformats.org/drawingml/2006/main" noGrp="1"/>
          </p:cNvSpPr>
          <p:nvPr/>
        </p:nvSpPr>
        <p:spPr>
          <a:xfrm xmlns:a="http://schemas.openxmlformats.org/drawingml/2006/main">
            <a:off x="10648950" y="236220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FFFFFF"/>
                </a:solidFill>
              </a:defRPr>
            </a:defPPr>
            <a:lvl1pPr>
              <a:defRPr sz="900" b="1">
                <a:solidFill>
                  <a:srgbClr val="FFFFFF"/>
                </a:solidFill>
              </a:defRPr>
            </a:lvl1pPr>
            <a:lvl2pPr>
              <a:defRPr sz="900" b="1">
                <a:solidFill>
                  <a:srgbClr val="FFFFFF"/>
                </a:solidFill>
              </a:defRPr>
            </a:lvl2pPr>
            <a:lvl3pPr>
              <a:defRPr sz="900" b="1">
                <a:solidFill>
                  <a:srgbClr val="FFFFFF"/>
                </a:solidFill>
              </a:defRPr>
            </a:lvl3pPr>
            <a:lvl4pPr>
              <a:defRPr sz="900" b="1">
                <a:solidFill>
                  <a:srgbClr val="FFFFFF"/>
                </a:solidFill>
              </a:defRPr>
            </a:lvl4pPr>
            <a:lvl5pPr>
              <a:defRPr sz="900" b="1">
                <a:solidFill>
                  <a:srgbClr val="FFFFFF"/>
                </a:solidFill>
              </a:defRPr>
            </a:lvl5pPr>
            <a:lvl6pPr>
              <a:defRPr sz="900" b="1">
                <a:solidFill>
                  <a:srgbClr val="FFFFFF"/>
                </a:solidFill>
              </a:defRPr>
            </a:lvl6pPr>
            <a:lvl7pPr>
              <a:defRPr sz="900" b="1">
                <a:solidFill>
                  <a:srgbClr val="FFFFFF"/>
                </a:solidFill>
              </a:defRPr>
            </a:lvl7pPr>
            <a:lvl8pPr>
              <a:defRPr sz="900" b="1">
                <a:solidFill>
                  <a:srgbClr val="FFFFFF"/>
                </a:solidFill>
              </a:defRPr>
            </a:lvl8pPr>
            <a:lvl9pPr>
              <a:defRPr sz="900" b="1">
                <a:solidFill>
                  <a:srgbClr val="FFFFFF"/>
                </a:solidFill>
              </a:defRPr>
            </a:lvl9pPr>
          </a:lstStyle>
          <a:p xmlns:a="http://schemas.openxmlformats.org/drawingml/2006/main">
            <a:pPr>
              <a:defRPr sz="900" b="1">
                <a:solidFill>
                  <a:srgbClr val="FFFFFF"/>
                </a:solidFill>
              </a:defRPr>
            </a:pPr>
            <a:r>
              <a:rPr sz="900" b="1">
                <a:solidFill>
                  <a:srgbClr val="FFFFFF"/>
                </a:solidFill>
              </a:rPr>
              <a:t>5</a:t>
            </a:r>
          </a:p>
        </p:txBody>
      </p:sp>
      <p:sp>
        <p:nvSpPr>
          <p:cNvPr id="21" name="">
            <a:extLst xmlns:a="http://schemas.openxmlformats.org/drawingml/2006/main">
              <a:ext uri="{FF2B5EF4-FFF2-40B4-BE49-F238E27FC236}">
                <a16:creationId xmlns:a16="http://schemas.microsoft.com/office/drawing/2014/main" id="{BE7DFCAF-8F84-4CDE-BD80-A6694D2B4315}"/>
              </a:ext>
            </a:extLst>
          </p:cNvPr>
          <p:cNvSpPr>
            <a:spLocks xmlns:a="http://schemas.openxmlformats.org/drawingml/2006/main" noGrp="1"/>
          </p:cNvSpPr>
          <p:nvPr/>
        </p:nvSpPr>
        <p:spPr>
          <a:xfrm xmlns:a="http://schemas.openxmlformats.org/drawingml/2006/main">
            <a:off x="10144125" y="2819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102A43"/>
                </a:solidFill>
              </a:defRPr>
            </a:defPPr>
            <a:lvl1pPr>
              <a:defRPr sz="1050" b="1">
                <a:solidFill>
                  <a:srgbClr val="102A43"/>
                </a:solidFill>
              </a:defRPr>
            </a:lvl1pPr>
            <a:lvl2pPr>
              <a:defRPr sz="1050" b="1">
                <a:solidFill>
                  <a:srgbClr val="102A43"/>
                </a:solidFill>
              </a:defRPr>
            </a:lvl2pPr>
            <a:lvl3pPr>
              <a:defRPr sz="1050" b="1">
                <a:solidFill>
                  <a:srgbClr val="102A43"/>
                </a:solidFill>
              </a:defRPr>
            </a:lvl3pPr>
            <a:lvl4pPr>
              <a:defRPr sz="1050" b="1">
                <a:solidFill>
                  <a:srgbClr val="102A43"/>
                </a:solidFill>
              </a:defRPr>
            </a:lvl4pPr>
            <a:lvl5pPr>
              <a:defRPr sz="1050" b="1">
                <a:solidFill>
                  <a:srgbClr val="102A43"/>
                </a:solidFill>
              </a:defRPr>
            </a:lvl5pPr>
            <a:lvl6pPr>
              <a:defRPr sz="1050" b="1">
                <a:solidFill>
                  <a:srgbClr val="102A43"/>
                </a:solidFill>
              </a:defRPr>
            </a:lvl6pPr>
            <a:lvl7pPr>
              <a:defRPr sz="1050" b="1">
                <a:solidFill>
                  <a:srgbClr val="102A43"/>
                </a:solidFill>
              </a:defRPr>
            </a:lvl7pPr>
            <a:lvl8pPr>
              <a:defRPr sz="1050" b="1">
                <a:solidFill>
                  <a:srgbClr val="102A43"/>
                </a:solidFill>
              </a:defRPr>
            </a:lvl8pPr>
            <a:lvl9pPr>
              <a:defRPr sz="1050" b="1">
                <a:solidFill>
                  <a:srgbClr val="102A43"/>
                </a:solidFill>
              </a:defRPr>
            </a:lvl9pPr>
          </a:lstStyle>
          <a:p xmlns:a="http://schemas.openxmlformats.org/drawingml/2006/main">
            <a:pPr>
              <a:defRPr sz="1050" b="1">
                <a:solidFill>
                  <a:srgbClr val="102A43"/>
                </a:solidFill>
              </a:defRPr>
            </a:pPr>
            <a:r>
              <a:rPr sz="1050" b="1">
                <a:solidFill>
                  <a:srgbClr val="102A43"/>
                </a:solidFill>
              </a:rPr>
              <a:t>Debrief</a:t>
            </a:r>
          </a:p>
        </p:txBody>
      </p:sp>
      <p:sp>
        <p:nvSpPr>
          <p:cNvPr id="22" name="">
            <a:extLst xmlns:a="http://schemas.openxmlformats.org/drawingml/2006/main">
              <a:ext uri="{FF2B5EF4-FFF2-40B4-BE49-F238E27FC236}">
                <a16:creationId xmlns:a16="http://schemas.microsoft.com/office/drawing/2014/main" id="{FA67A116-D363-4F54-B873-99E30B122BCC}"/>
              </a:ext>
            </a:extLst>
          </p:cNvPr>
          <p:cNvSpPr>
            <a:spLocks xmlns:a="http://schemas.openxmlformats.org/drawingml/2006/main" noGrp="1"/>
          </p:cNvSpPr>
          <p:nvPr/>
        </p:nvSpPr>
        <p:spPr>
          <a:xfrm xmlns:a="http://schemas.openxmlformats.org/drawingml/2006/main">
            <a:off x="533400" y="34861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3"/>
                </a:solidFill>
              </a:defRPr>
            </a:defPPr>
            <a:lvl1pPr>
              <a:defRPr sz="1500" b="1">
                <a:solidFill>
                  <a:srgbClr val="102A43"/>
                </a:solidFill>
              </a:defRPr>
            </a:lvl1pPr>
            <a:lvl2pPr>
              <a:defRPr sz="1500" b="1">
                <a:solidFill>
                  <a:srgbClr val="102A43"/>
                </a:solidFill>
              </a:defRPr>
            </a:lvl2pPr>
            <a:lvl3pPr>
              <a:defRPr sz="1500" b="1">
                <a:solidFill>
                  <a:srgbClr val="102A43"/>
                </a:solidFill>
              </a:defRPr>
            </a:lvl3pPr>
            <a:lvl4pPr>
              <a:defRPr sz="1500" b="1">
                <a:solidFill>
                  <a:srgbClr val="102A43"/>
                </a:solidFill>
              </a:defRPr>
            </a:lvl4pPr>
            <a:lvl5pPr>
              <a:defRPr sz="1500" b="1">
                <a:solidFill>
                  <a:srgbClr val="102A43"/>
                </a:solidFill>
              </a:defRPr>
            </a:lvl5pPr>
            <a:lvl6pPr>
              <a:defRPr sz="1500" b="1">
                <a:solidFill>
                  <a:srgbClr val="102A43"/>
                </a:solidFill>
              </a:defRPr>
            </a:lvl6pPr>
            <a:lvl7pPr>
              <a:defRPr sz="1500" b="1">
                <a:solidFill>
                  <a:srgbClr val="102A43"/>
                </a:solidFill>
              </a:defRPr>
            </a:lvl7pPr>
            <a:lvl8pPr>
              <a:defRPr sz="1500" b="1">
                <a:solidFill>
                  <a:srgbClr val="102A43"/>
                </a:solidFill>
              </a:defRPr>
            </a:lvl8pPr>
            <a:lvl9pPr>
              <a:defRPr sz="1500" b="1">
                <a:solidFill>
                  <a:srgbClr val="102A43"/>
                </a:solidFill>
              </a:defRPr>
            </a:lvl9pPr>
          </a:lstStyle>
          <a:p xmlns:a="http://schemas.openxmlformats.org/drawingml/2006/main">
            <a:pPr>
              <a:defRPr sz="1500" b="1">
                <a:solidFill>
                  <a:srgbClr val="102A43"/>
                </a:solidFill>
              </a:defRPr>
            </a:pPr>
            <a:r>
              <a:rPr sz="1500" b="1">
                <a:solidFill>
                  <a:srgbClr val="102A43"/>
                </a:solidFill>
              </a:rPr>
              <a:t>Participant questionnaire flow</a:t>
            </a:r>
          </a:p>
        </p:txBody>
      </p:sp>
      <p:sp>
        <p:nvSpPr>
          <p:cNvPr id="23" name="">
            <a:extLst xmlns:a="http://schemas.openxmlformats.org/drawingml/2006/main">
              <a:ext uri="{FF2B5EF4-FFF2-40B4-BE49-F238E27FC236}">
                <a16:creationId xmlns:a16="http://schemas.microsoft.com/office/drawing/2014/main" id="{AFEF9CCC-0B2D-4D0C-A083-CF3D0E0DDF73}"/>
              </a:ext>
            </a:extLst>
          </p:cNvPr>
          <p:cNvSpPr>
            <a:spLocks xmlns:a="http://schemas.openxmlformats.org/drawingml/2006/main" noGrp="1"/>
          </p:cNvSpPr>
          <p:nvPr/>
        </p:nvSpPr>
        <p:spPr>
          <a:xfrm xmlns:a="http://schemas.openxmlformats.org/drawingml/2006/main">
            <a:off x="533400" y="3924300"/>
            <a:ext cx="2524125" cy="1143000"/>
          </a:xfrm>
          <a:prstGeom xmlns:a="http://schemas.openxmlformats.org/drawingml/2006/main" prst="rect">
            <a:avLst/>
          </a:prstGeom>
          <a:solidFill xmlns:a="http://schemas.openxmlformats.org/drawingml/2006/main">
            <a:srgbClr val="EEF3F4"/>
          </a:solidFill>
          <a:ln xmlns:a="http://schemas.openxmlformats.org/drawingml/2006/main" w="9525">
            <a:solidFill>
              <a:srgbClr val="CBD8E1"/>
            </a:solidFill>
            <a:prstDash val="solid"/>
          </a:ln>
        </p:spPr>
      </p:sp>
      <p:sp>
        <p:nvSpPr>
          <p:cNvPr id="24" name="">
            <a:extLst xmlns:a="http://schemas.openxmlformats.org/drawingml/2006/main">
              <a:ext uri="{FF2B5EF4-FFF2-40B4-BE49-F238E27FC236}">
                <a16:creationId xmlns:a16="http://schemas.microsoft.com/office/drawing/2014/main" id="{F20499D1-B364-443C-A0ED-34A28E74F6FD}"/>
              </a:ext>
            </a:extLst>
          </p:cNvPr>
          <p:cNvSpPr>
            <a:spLocks xmlns:a="http://schemas.openxmlformats.org/drawingml/2006/main" noGrp="1"/>
          </p:cNvSpPr>
          <p:nvPr/>
        </p:nvSpPr>
        <p:spPr>
          <a:xfrm xmlns:a="http://schemas.openxmlformats.org/drawingml/2006/main">
            <a:off x="666750" y="40767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DF654B"/>
                </a:solidFill>
              </a:defRPr>
            </a:defPPr>
            <a:lvl1pPr>
              <a:defRPr sz="825" b="1">
                <a:solidFill>
                  <a:srgbClr val="DF654B"/>
                </a:solidFill>
              </a:defRPr>
            </a:lvl1pPr>
            <a:lvl2pPr>
              <a:defRPr sz="825" b="1">
                <a:solidFill>
                  <a:srgbClr val="DF654B"/>
                </a:solidFill>
              </a:defRPr>
            </a:lvl2pPr>
            <a:lvl3pPr>
              <a:defRPr sz="825" b="1">
                <a:solidFill>
                  <a:srgbClr val="DF654B"/>
                </a:solidFill>
              </a:defRPr>
            </a:lvl3pPr>
            <a:lvl4pPr>
              <a:defRPr sz="825" b="1">
                <a:solidFill>
                  <a:srgbClr val="DF654B"/>
                </a:solidFill>
              </a:defRPr>
            </a:lvl4pPr>
            <a:lvl5pPr>
              <a:defRPr sz="825" b="1">
                <a:solidFill>
                  <a:srgbClr val="DF654B"/>
                </a:solidFill>
              </a:defRPr>
            </a:lvl5pPr>
            <a:lvl6pPr>
              <a:defRPr sz="825" b="1">
                <a:solidFill>
                  <a:srgbClr val="DF654B"/>
                </a:solidFill>
              </a:defRPr>
            </a:lvl6pPr>
            <a:lvl7pPr>
              <a:defRPr sz="825" b="1">
                <a:solidFill>
                  <a:srgbClr val="DF654B"/>
                </a:solidFill>
              </a:defRPr>
            </a:lvl7pPr>
            <a:lvl8pPr>
              <a:defRPr sz="825" b="1">
                <a:solidFill>
                  <a:srgbClr val="DF654B"/>
                </a:solidFill>
              </a:defRPr>
            </a:lvl8pPr>
            <a:lvl9pPr>
              <a:defRPr sz="825" b="1">
                <a:solidFill>
                  <a:srgbClr val="DF654B"/>
                </a:solidFill>
              </a:defRPr>
            </a:lvl9pPr>
          </a:lstStyle>
          <a:p xmlns:a="http://schemas.openxmlformats.org/drawingml/2006/main">
            <a:pPr>
              <a:defRPr sz="825" b="1">
                <a:solidFill>
                  <a:srgbClr val="DF654B"/>
                </a:solidFill>
              </a:defRPr>
            </a:pPr>
            <a:r>
              <a:rPr sz="825" b="1">
                <a:solidFill>
                  <a:srgbClr val="DF654B"/>
                </a:solidFill>
              </a:rPr>
              <a:t>A</a:t>
            </a:r>
          </a:p>
        </p:txBody>
      </p:sp>
      <p:sp>
        <p:nvSpPr>
          <p:cNvPr id="25" name="">
            <a:extLst xmlns:a="http://schemas.openxmlformats.org/drawingml/2006/main">
              <a:ext uri="{FF2B5EF4-FFF2-40B4-BE49-F238E27FC236}">
                <a16:creationId xmlns:a16="http://schemas.microsoft.com/office/drawing/2014/main" id="{09A2BDF9-6949-4594-94AE-3D20FF56FEB4}"/>
              </a:ext>
            </a:extLst>
          </p:cNvPr>
          <p:cNvSpPr>
            <a:spLocks xmlns:a="http://schemas.openxmlformats.org/drawingml/2006/main" noGrp="1"/>
          </p:cNvSpPr>
          <p:nvPr/>
        </p:nvSpPr>
        <p:spPr>
          <a:xfrm xmlns:a="http://schemas.openxmlformats.org/drawingml/2006/main">
            <a:off x="666750" y="43148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02A43"/>
                </a:solidFill>
              </a:defRPr>
            </a:defPPr>
            <a:lvl1pPr>
              <a:defRPr sz="1200" b="1">
                <a:solidFill>
                  <a:srgbClr val="102A43"/>
                </a:solidFill>
              </a:defRPr>
            </a:lvl1pPr>
            <a:lvl2pPr>
              <a:defRPr sz="1200" b="1">
                <a:solidFill>
                  <a:srgbClr val="102A43"/>
                </a:solidFill>
              </a:defRPr>
            </a:lvl2pPr>
            <a:lvl3pPr>
              <a:defRPr sz="1200" b="1">
                <a:solidFill>
                  <a:srgbClr val="102A43"/>
                </a:solidFill>
              </a:defRPr>
            </a:lvl3pPr>
            <a:lvl4pPr>
              <a:defRPr sz="1200" b="1">
                <a:solidFill>
                  <a:srgbClr val="102A43"/>
                </a:solidFill>
              </a:defRPr>
            </a:lvl4pPr>
            <a:lvl5pPr>
              <a:defRPr sz="1200" b="1">
                <a:solidFill>
                  <a:srgbClr val="102A43"/>
                </a:solidFill>
              </a:defRPr>
            </a:lvl5pPr>
            <a:lvl6pPr>
              <a:defRPr sz="1200" b="1">
                <a:solidFill>
                  <a:srgbClr val="102A43"/>
                </a:solidFill>
              </a:defRPr>
            </a:lvl6pPr>
            <a:lvl7pPr>
              <a:defRPr sz="1200" b="1">
                <a:solidFill>
                  <a:srgbClr val="102A43"/>
                </a:solidFill>
              </a:defRPr>
            </a:lvl7pPr>
            <a:lvl8pPr>
              <a:defRPr sz="1200" b="1">
                <a:solidFill>
                  <a:srgbClr val="102A43"/>
                </a:solidFill>
              </a:defRPr>
            </a:lvl8pPr>
            <a:lvl9pPr>
              <a:defRPr sz="1200" b="1">
                <a:solidFill>
                  <a:srgbClr val="102A43"/>
                </a:solidFill>
              </a:defRPr>
            </a:lvl9pPr>
          </a:lstStyle>
          <a:p xmlns:a="http://schemas.openxmlformats.org/drawingml/2006/main">
            <a:pPr>
              <a:defRPr sz="1200" b="1">
                <a:solidFill>
                  <a:srgbClr val="102A43"/>
                </a:solidFill>
              </a:defRPr>
            </a:pPr>
            <a:r>
              <a:rPr sz="1200" b="1">
                <a:solidFill>
                  <a:srgbClr val="102A43"/>
                </a:solidFill>
              </a:rPr>
              <a:t>Background</a:t>
            </a:r>
          </a:p>
        </p:txBody>
      </p:sp>
      <p:sp>
        <p:nvSpPr>
          <p:cNvPr id="26" name="">
            <a:extLst xmlns:a="http://schemas.openxmlformats.org/drawingml/2006/main">
              <a:ext uri="{FF2B5EF4-FFF2-40B4-BE49-F238E27FC236}">
                <a16:creationId xmlns:a16="http://schemas.microsoft.com/office/drawing/2014/main" id="{6EA9D863-1B18-43CE-9463-AF6C3290160C}"/>
              </a:ext>
            </a:extLst>
          </p:cNvPr>
          <p:cNvSpPr>
            <a:spLocks xmlns:a="http://schemas.openxmlformats.org/drawingml/2006/main" noGrp="1"/>
          </p:cNvSpPr>
          <p:nvPr/>
        </p:nvSpPr>
        <p:spPr>
          <a:xfrm xmlns:a="http://schemas.openxmlformats.org/drawingml/2006/main">
            <a:off x="666750" y="46101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Role, AI use, museum experience</a:t>
            </a:r>
          </a:p>
        </p:txBody>
      </p:sp>
      <p:sp>
        <p:nvSpPr>
          <p:cNvPr id="27" name="">
            <a:extLst xmlns:a="http://schemas.openxmlformats.org/drawingml/2006/main">
              <a:ext uri="{FF2B5EF4-FFF2-40B4-BE49-F238E27FC236}">
                <a16:creationId xmlns:a16="http://schemas.microsoft.com/office/drawing/2014/main" id="{0620833D-EC77-4530-8342-D47A7910D92B}"/>
              </a:ext>
            </a:extLst>
          </p:cNvPr>
          <p:cNvSpPr>
            <a:spLocks xmlns:a="http://schemas.openxmlformats.org/drawingml/2006/main" noGrp="1"/>
          </p:cNvSpPr>
          <p:nvPr/>
        </p:nvSpPr>
        <p:spPr>
          <a:xfrm xmlns:a="http://schemas.openxmlformats.org/drawingml/2006/main">
            <a:off x="3314700" y="3924300"/>
            <a:ext cx="2524125" cy="1143000"/>
          </a:xfrm>
          <a:prstGeom xmlns:a="http://schemas.openxmlformats.org/drawingml/2006/main" prst="rect">
            <a:avLst/>
          </a:prstGeom>
          <a:solidFill xmlns:a="http://schemas.openxmlformats.org/drawingml/2006/main">
            <a:srgbClr val="E0F4F0"/>
          </a:solidFill>
          <a:ln xmlns:a="http://schemas.openxmlformats.org/drawingml/2006/main" w="9525">
            <a:solidFill>
              <a:srgbClr val="CBD8E1"/>
            </a:solidFill>
            <a:prstDash val="solid"/>
          </a:ln>
        </p:spPr>
      </p:sp>
      <p:sp>
        <p:nvSpPr>
          <p:cNvPr id="28" name="">
            <a:extLst xmlns:a="http://schemas.openxmlformats.org/drawingml/2006/main">
              <a:ext uri="{FF2B5EF4-FFF2-40B4-BE49-F238E27FC236}">
                <a16:creationId xmlns:a16="http://schemas.microsoft.com/office/drawing/2014/main" id="{69811213-75EF-49EA-8361-905B5A1B70E6}"/>
              </a:ext>
            </a:extLst>
          </p:cNvPr>
          <p:cNvSpPr>
            <a:spLocks xmlns:a="http://schemas.openxmlformats.org/drawingml/2006/main" noGrp="1"/>
          </p:cNvSpPr>
          <p:nvPr/>
        </p:nvSpPr>
        <p:spPr>
          <a:xfrm xmlns:a="http://schemas.openxmlformats.org/drawingml/2006/main">
            <a:off x="3448050" y="40767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DF654B"/>
                </a:solidFill>
              </a:defRPr>
            </a:defPPr>
            <a:lvl1pPr>
              <a:defRPr sz="825" b="1">
                <a:solidFill>
                  <a:srgbClr val="DF654B"/>
                </a:solidFill>
              </a:defRPr>
            </a:lvl1pPr>
            <a:lvl2pPr>
              <a:defRPr sz="825" b="1">
                <a:solidFill>
                  <a:srgbClr val="DF654B"/>
                </a:solidFill>
              </a:defRPr>
            </a:lvl2pPr>
            <a:lvl3pPr>
              <a:defRPr sz="825" b="1">
                <a:solidFill>
                  <a:srgbClr val="DF654B"/>
                </a:solidFill>
              </a:defRPr>
            </a:lvl3pPr>
            <a:lvl4pPr>
              <a:defRPr sz="825" b="1">
                <a:solidFill>
                  <a:srgbClr val="DF654B"/>
                </a:solidFill>
              </a:defRPr>
            </a:lvl4pPr>
            <a:lvl5pPr>
              <a:defRPr sz="825" b="1">
                <a:solidFill>
                  <a:srgbClr val="DF654B"/>
                </a:solidFill>
              </a:defRPr>
            </a:lvl5pPr>
            <a:lvl6pPr>
              <a:defRPr sz="825" b="1">
                <a:solidFill>
                  <a:srgbClr val="DF654B"/>
                </a:solidFill>
              </a:defRPr>
            </a:lvl6pPr>
            <a:lvl7pPr>
              <a:defRPr sz="825" b="1">
                <a:solidFill>
                  <a:srgbClr val="DF654B"/>
                </a:solidFill>
              </a:defRPr>
            </a:lvl7pPr>
            <a:lvl8pPr>
              <a:defRPr sz="825" b="1">
                <a:solidFill>
                  <a:srgbClr val="DF654B"/>
                </a:solidFill>
              </a:defRPr>
            </a:lvl8pPr>
            <a:lvl9pPr>
              <a:defRPr sz="825" b="1">
                <a:solidFill>
                  <a:srgbClr val="DF654B"/>
                </a:solidFill>
              </a:defRPr>
            </a:lvl9pPr>
          </a:lstStyle>
          <a:p xmlns:a="http://schemas.openxmlformats.org/drawingml/2006/main">
            <a:pPr>
              <a:defRPr sz="825" b="1">
                <a:solidFill>
                  <a:srgbClr val="DF654B"/>
                </a:solidFill>
              </a:defRPr>
            </a:pPr>
            <a:r>
              <a:rPr sz="825" b="1">
                <a:solidFill>
                  <a:srgbClr val="DF654B"/>
                </a:solidFill>
              </a:rPr>
              <a:t>B</a:t>
            </a:r>
          </a:p>
        </p:txBody>
      </p:sp>
      <p:sp>
        <p:nvSpPr>
          <p:cNvPr id="29" name="">
            <a:extLst xmlns:a="http://schemas.openxmlformats.org/drawingml/2006/main">
              <a:ext uri="{FF2B5EF4-FFF2-40B4-BE49-F238E27FC236}">
                <a16:creationId xmlns:a16="http://schemas.microsoft.com/office/drawing/2014/main" id="{BD4ED15D-27D7-41D1-9DBA-7683BD35FC49}"/>
              </a:ext>
            </a:extLst>
          </p:cNvPr>
          <p:cNvSpPr>
            <a:spLocks xmlns:a="http://schemas.openxmlformats.org/drawingml/2006/main" noGrp="1"/>
          </p:cNvSpPr>
          <p:nvPr/>
        </p:nvSpPr>
        <p:spPr>
          <a:xfrm xmlns:a="http://schemas.openxmlformats.org/drawingml/2006/main">
            <a:off x="3448050" y="43148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02A43"/>
                </a:solidFill>
              </a:defRPr>
            </a:defPPr>
            <a:lvl1pPr>
              <a:defRPr sz="1200" b="1">
                <a:solidFill>
                  <a:srgbClr val="102A43"/>
                </a:solidFill>
              </a:defRPr>
            </a:lvl1pPr>
            <a:lvl2pPr>
              <a:defRPr sz="1200" b="1">
                <a:solidFill>
                  <a:srgbClr val="102A43"/>
                </a:solidFill>
              </a:defRPr>
            </a:lvl2pPr>
            <a:lvl3pPr>
              <a:defRPr sz="1200" b="1">
                <a:solidFill>
                  <a:srgbClr val="102A43"/>
                </a:solidFill>
              </a:defRPr>
            </a:lvl3pPr>
            <a:lvl4pPr>
              <a:defRPr sz="1200" b="1">
                <a:solidFill>
                  <a:srgbClr val="102A43"/>
                </a:solidFill>
              </a:defRPr>
            </a:lvl4pPr>
            <a:lvl5pPr>
              <a:defRPr sz="1200" b="1">
                <a:solidFill>
                  <a:srgbClr val="102A43"/>
                </a:solidFill>
              </a:defRPr>
            </a:lvl5pPr>
            <a:lvl6pPr>
              <a:defRPr sz="1200" b="1">
                <a:solidFill>
                  <a:srgbClr val="102A43"/>
                </a:solidFill>
              </a:defRPr>
            </a:lvl6pPr>
            <a:lvl7pPr>
              <a:defRPr sz="1200" b="1">
                <a:solidFill>
                  <a:srgbClr val="102A43"/>
                </a:solidFill>
              </a:defRPr>
            </a:lvl7pPr>
            <a:lvl8pPr>
              <a:defRPr sz="1200" b="1">
                <a:solidFill>
                  <a:srgbClr val="102A43"/>
                </a:solidFill>
              </a:defRPr>
            </a:lvl8pPr>
            <a:lvl9pPr>
              <a:defRPr sz="1200" b="1">
                <a:solidFill>
                  <a:srgbClr val="102A43"/>
                </a:solidFill>
              </a:defRPr>
            </a:lvl9pPr>
          </a:lstStyle>
          <a:p xmlns:a="http://schemas.openxmlformats.org/drawingml/2006/main">
            <a:pPr>
              <a:defRPr sz="1200" b="1">
                <a:solidFill>
                  <a:srgbClr val="102A43"/>
                </a:solidFill>
              </a:defRPr>
            </a:pPr>
            <a:r>
              <a:rPr sz="1200" b="1">
                <a:solidFill>
                  <a:srgbClr val="102A43"/>
                </a:solidFill>
              </a:rPr>
              <a:t>Task ratings</a:t>
            </a:r>
          </a:p>
        </p:txBody>
      </p:sp>
      <p:sp>
        <p:nvSpPr>
          <p:cNvPr id="30" name="">
            <a:extLst xmlns:a="http://schemas.openxmlformats.org/drawingml/2006/main">
              <a:ext uri="{FF2B5EF4-FFF2-40B4-BE49-F238E27FC236}">
                <a16:creationId xmlns:a16="http://schemas.microsoft.com/office/drawing/2014/main" id="{C7B84F2F-E80C-4FE8-96D1-29C5E0E8B59A}"/>
              </a:ext>
            </a:extLst>
          </p:cNvPr>
          <p:cNvSpPr>
            <a:spLocks xmlns:a="http://schemas.openxmlformats.org/drawingml/2006/main" noGrp="1"/>
          </p:cNvSpPr>
          <p:nvPr/>
        </p:nvSpPr>
        <p:spPr>
          <a:xfrm xmlns:a="http://schemas.openxmlformats.org/drawingml/2006/main">
            <a:off x="3448050" y="46101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Ease + confidence after each task</a:t>
            </a:r>
          </a:p>
        </p:txBody>
      </p:sp>
      <p:sp>
        <p:nvSpPr>
          <p:cNvPr id="31" name="">
            <a:extLst xmlns:a="http://schemas.openxmlformats.org/drawingml/2006/main">
              <a:ext uri="{FF2B5EF4-FFF2-40B4-BE49-F238E27FC236}">
                <a16:creationId xmlns:a16="http://schemas.microsoft.com/office/drawing/2014/main" id="{B2FAEC6D-EEE6-44B6-8277-8D7F48E8AFFC}"/>
              </a:ext>
            </a:extLst>
          </p:cNvPr>
          <p:cNvSpPr>
            <a:spLocks xmlns:a="http://schemas.openxmlformats.org/drawingml/2006/main" noGrp="1"/>
          </p:cNvSpPr>
          <p:nvPr/>
        </p:nvSpPr>
        <p:spPr>
          <a:xfrm xmlns:a="http://schemas.openxmlformats.org/drawingml/2006/main">
            <a:off x="6096000" y="3924300"/>
            <a:ext cx="2524125" cy="1143000"/>
          </a:xfrm>
          <a:prstGeom xmlns:a="http://schemas.openxmlformats.org/drawingml/2006/main" prst="rect">
            <a:avLst/>
          </a:prstGeom>
          <a:solidFill xmlns:a="http://schemas.openxmlformats.org/drawingml/2006/main">
            <a:srgbClr val="EEF3F4"/>
          </a:solidFill>
          <a:ln xmlns:a="http://schemas.openxmlformats.org/drawingml/2006/main" w="9525">
            <a:solidFill>
              <a:srgbClr val="CBD8E1"/>
            </a:solidFill>
            <a:prstDash val="solid"/>
          </a:ln>
        </p:spPr>
      </p:sp>
      <p:sp>
        <p:nvSpPr>
          <p:cNvPr id="32" name="">
            <a:extLst xmlns:a="http://schemas.openxmlformats.org/drawingml/2006/main">
              <a:ext uri="{FF2B5EF4-FFF2-40B4-BE49-F238E27FC236}">
                <a16:creationId xmlns:a16="http://schemas.microsoft.com/office/drawing/2014/main" id="{A46ACA06-FAA2-406A-9034-2B22F8E59761}"/>
              </a:ext>
            </a:extLst>
          </p:cNvPr>
          <p:cNvSpPr>
            <a:spLocks xmlns:a="http://schemas.openxmlformats.org/drawingml/2006/main" noGrp="1"/>
          </p:cNvSpPr>
          <p:nvPr/>
        </p:nvSpPr>
        <p:spPr>
          <a:xfrm xmlns:a="http://schemas.openxmlformats.org/drawingml/2006/main">
            <a:off x="6229350" y="40767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DF654B"/>
                </a:solidFill>
              </a:defRPr>
            </a:defPPr>
            <a:lvl1pPr>
              <a:defRPr sz="825" b="1">
                <a:solidFill>
                  <a:srgbClr val="DF654B"/>
                </a:solidFill>
              </a:defRPr>
            </a:lvl1pPr>
            <a:lvl2pPr>
              <a:defRPr sz="825" b="1">
                <a:solidFill>
                  <a:srgbClr val="DF654B"/>
                </a:solidFill>
              </a:defRPr>
            </a:lvl2pPr>
            <a:lvl3pPr>
              <a:defRPr sz="825" b="1">
                <a:solidFill>
                  <a:srgbClr val="DF654B"/>
                </a:solidFill>
              </a:defRPr>
            </a:lvl3pPr>
            <a:lvl4pPr>
              <a:defRPr sz="825" b="1">
                <a:solidFill>
                  <a:srgbClr val="DF654B"/>
                </a:solidFill>
              </a:defRPr>
            </a:lvl4pPr>
            <a:lvl5pPr>
              <a:defRPr sz="825" b="1">
                <a:solidFill>
                  <a:srgbClr val="DF654B"/>
                </a:solidFill>
              </a:defRPr>
            </a:lvl5pPr>
            <a:lvl6pPr>
              <a:defRPr sz="825" b="1">
                <a:solidFill>
                  <a:srgbClr val="DF654B"/>
                </a:solidFill>
              </a:defRPr>
            </a:lvl6pPr>
            <a:lvl7pPr>
              <a:defRPr sz="825" b="1">
                <a:solidFill>
                  <a:srgbClr val="DF654B"/>
                </a:solidFill>
              </a:defRPr>
            </a:lvl7pPr>
            <a:lvl8pPr>
              <a:defRPr sz="825" b="1">
                <a:solidFill>
                  <a:srgbClr val="DF654B"/>
                </a:solidFill>
              </a:defRPr>
            </a:lvl8pPr>
            <a:lvl9pPr>
              <a:defRPr sz="825" b="1">
                <a:solidFill>
                  <a:srgbClr val="DF654B"/>
                </a:solidFill>
              </a:defRPr>
            </a:lvl9pPr>
          </a:lstStyle>
          <a:p xmlns:a="http://schemas.openxmlformats.org/drawingml/2006/main">
            <a:pPr>
              <a:defRPr sz="825" b="1">
                <a:solidFill>
                  <a:srgbClr val="DF654B"/>
                </a:solidFill>
              </a:defRPr>
            </a:pPr>
            <a:r>
              <a:rPr sz="825" b="1">
                <a:solidFill>
                  <a:srgbClr val="DF654B"/>
                </a:solidFill>
              </a:rPr>
              <a:t>C</a:t>
            </a:r>
          </a:p>
        </p:txBody>
      </p:sp>
      <p:sp>
        <p:nvSpPr>
          <p:cNvPr id="33" name="">
            <a:extLst xmlns:a="http://schemas.openxmlformats.org/drawingml/2006/main">
              <a:ext uri="{FF2B5EF4-FFF2-40B4-BE49-F238E27FC236}">
                <a16:creationId xmlns:a16="http://schemas.microsoft.com/office/drawing/2014/main" id="{33B20F2D-E227-41DD-9099-652290FF0B17}"/>
              </a:ext>
            </a:extLst>
          </p:cNvPr>
          <p:cNvSpPr>
            <a:spLocks xmlns:a="http://schemas.openxmlformats.org/drawingml/2006/main" noGrp="1"/>
          </p:cNvSpPr>
          <p:nvPr/>
        </p:nvSpPr>
        <p:spPr>
          <a:xfrm xmlns:a="http://schemas.openxmlformats.org/drawingml/2006/main">
            <a:off x="6229350" y="43148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02A43"/>
                </a:solidFill>
              </a:defRPr>
            </a:defPPr>
            <a:lvl1pPr>
              <a:defRPr sz="1200" b="1">
                <a:solidFill>
                  <a:srgbClr val="102A43"/>
                </a:solidFill>
              </a:defRPr>
            </a:lvl1pPr>
            <a:lvl2pPr>
              <a:defRPr sz="1200" b="1">
                <a:solidFill>
                  <a:srgbClr val="102A43"/>
                </a:solidFill>
              </a:defRPr>
            </a:lvl2pPr>
            <a:lvl3pPr>
              <a:defRPr sz="1200" b="1">
                <a:solidFill>
                  <a:srgbClr val="102A43"/>
                </a:solidFill>
              </a:defRPr>
            </a:lvl3pPr>
            <a:lvl4pPr>
              <a:defRPr sz="1200" b="1">
                <a:solidFill>
                  <a:srgbClr val="102A43"/>
                </a:solidFill>
              </a:defRPr>
            </a:lvl4pPr>
            <a:lvl5pPr>
              <a:defRPr sz="1200" b="1">
                <a:solidFill>
                  <a:srgbClr val="102A43"/>
                </a:solidFill>
              </a:defRPr>
            </a:lvl5pPr>
            <a:lvl6pPr>
              <a:defRPr sz="1200" b="1">
                <a:solidFill>
                  <a:srgbClr val="102A43"/>
                </a:solidFill>
              </a:defRPr>
            </a:lvl6pPr>
            <a:lvl7pPr>
              <a:defRPr sz="1200" b="1">
                <a:solidFill>
                  <a:srgbClr val="102A43"/>
                </a:solidFill>
              </a:defRPr>
            </a:lvl7pPr>
            <a:lvl8pPr>
              <a:defRPr sz="1200" b="1">
                <a:solidFill>
                  <a:srgbClr val="102A43"/>
                </a:solidFill>
              </a:defRPr>
            </a:lvl8pPr>
            <a:lvl9pPr>
              <a:defRPr sz="1200" b="1">
                <a:solidFill>
                  <a:srgbClr val="102A43"/>
                </a:solidFill>
              </a:defRPr>
            </a:lvl9pPr>
          </a:lstStyle>
          <a:p xmlns:a="http://schemas.openxmlformats.org/drawingml/2006/main">
            <a:pPr>
              <a:defRPr sz="1200" b="1">
                <a:solidFill>
                  <a:srgbClr val="102A43"/>
                </a:solidFill>
              </a:defRPr>
            </a:pPr>
            <a:r>
              <a:rPr sz="1200" b="1">
                <a:solidFill>
                  <a:srgbClr val="102A43"/>
                </a:solidFill>
              </a:rPr>
              <a:t>SUS</a:t>
            </a:r>
          </a:p>
        </p:txBody>
      </p:sp>
      <p:sp>
        <p:nvSpPr>
          <p:cNvPr id="34" name="">
            <a:extLst xmlns:a="http://schemas.openxmlformats.org/drawingml/2006/main">
              <a:ext uri="{FF2B5EF4-FFF2-40B4-BE49-F238E27FC236}">
                <a16:creationId xmlns:a16="http://schemas.microsoft.com/office/drawing/2014/main" id="{1A19CACF-DC4E-484E-8BB4-52686BAC8E9F}"/>
              </a:ext>
            </a:extLst>
          </p:cNvPr>
          <p:cNvSpPr>
            <a:spLocks xmlns:a="http://schemas.openxmlformats.org/drawingml/2006/main" noGrp="1"/>
          </p:cNvSpPr>
          <p:nvPr/>
        </p:nvSpPr>
        <p:spPr>
          <a:xfrm xmlns:a="http://schemas.openxmlformats.org/drawingml/2006/main">
            <a:off x="6229350" y="46101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10 standard usability items</a:t>
            </a:r>
          </a:p>
        </p:txBody>
      </p:sp>
      <p:sp>
        <p:nvSpPr>
          <p:cNvPr id="35" name="">
            <a:extLst xmlns:a="http://schemas.openxmlformats.org/drawingml/2006/main">
              <a:ext uri="{FF2B5EF4-FFF2-40B4-BE49-F238E27FC236}">
                <a16:creationId xmlns:a16="http://schemas.microsoft.com/office/drawing/2014/main" id="{A506D844-8C21-4608-A786-9B5CA5EF1189}"/>
              </a:ext>
            </a:extLst>
          </p:cNvPr>
          <p:cNvSpPr>
            <a:spLocks xmlns:a="http://schemas.openxmlformats.org/drawingml/2006/main" noGrp="1"/>
          </p:cNvSpPr>
          <p:nvPr/>
        </p:nvSpPr>
        <p:spPr>
          <a:xfrm xmlns:a="http://schemas.openxmlformats.org/drawingml/2006/main">
            <a:off x="8877300" y="3924300"/>
            <a:ext cx="2524125" cy="1143000"/>
          </a:xfrm>
          <a:prstGeom xmlns:a="http://schemas.openxmlformats.org/drawingml/2006/main" prst="rect">
            <a:avLst/>
          </a:prstGeom>
          <a:solidFill xmlns:a="http://schemas.openxmlformats.org/drawingml/2006/main">
            <a:srgbClr val="E0F4F0"/>
          </a:solidFill>
          <a:ln xmlns:a="http://schemas.openxmlformats.org/drawingml/2006/main" w="9525">
            <a:solidFill>
              <a:srgbClr val="CBD8E1"/>
            </a:solidFill>
            <a:prstDash val="solid"/>
          </a:ln>
        </p:spPr>
      </p:sp>
      <p:sp>
        <p:nvSpPr>
          <p:cNvPr id="36" name="">
            <a:extLst xmlns:a="http://schemas.openxmlformats.org/drawingml/2006/main">
              <a:ext uri="{FF2B5EF4-FFF2-40B4-BE49-F238E27FC236}">
                <a16:creationId xmlns:a16="http://schemas.microsoft.com/office/drawing/2014/main" id="{2F12E7AF-A91F-4260-A4E2-710D668ED5C8}"/>
              </a:ext>
            </a:extLst>
          </p:cNvPr>
          <p:cNvSpPr>
            <a:spLocks xmlns:a="http://schemas.openxmlformats.org/drawingml/2006/main" noGrp="1"/>
          </p:cNvSpPr>
          <p:nvPr/>
        </p:nvSpPr>
        <p:spPr>
          <a:xfrm xmlns:a="http://schemas.openxmlformats.org/drawingml/2006/main">
            <a:off x="9010650" y="40767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DF654B"/>
                </a:solidFill>
              </a:defRPr>
            </a:defPPr>
            <a:lvl1pPr>
              <a:defRPr sz="825" b="1">
                <a:solidFill>
                  <a:srgbClr val="DF654B"/>
                </a:solidFill>
              </a:defRPr>
            </a:lvl1pPr>
            <a:lvl2pPr>
              <a:defRPr sz="825" b="1">
                <a:solidFill>
                  <a:srgbClr val="DF654B"/>
                </a:solidFill>
              </a:defRPr>
            </a:lvl2pPr>
            <a:lvl3pPr>
              <a:defRPr sz="825" b="1">
                <a:solidFill>
                  <a:srgbClr val="DF654B"/>
                </a:solidFill>
              </a:defRPr>
            </a:lvl3pPr>
            <a:lvl4pPr>
              <a:defRPr sz="825" b="1">
                <a:solidFill>
                  <a:srgbClr val="DF654B"/>
                </a:solidFill>
              </a:defRPr>
            </a:lvl4pPr>
            <a:lvl5pPr>
              <a:defRPr sz="825" b="1">
                <a:solidFill>
                  <a:srgbClr val="DF654B"/>
                </a:solidFill>
              </a:defRPr>
            </a:lvl5pPr>
            <a:lvl6pPr>
              <a:defRPr sz="825" b="1">
                <a:solidFill>
                  <a:srgbClr val="DF654B"/>
                </a:solidFill>
              </a:defRPr>
            </a:lvl6pPr>
            <a:lvl7pPr>
              <a:defRPr sz="825" b="1">
                <a:solidFill>
                  <a:srgbClr val="DF654B"/>
                </a:solidFill>
              </a:defRPr>
            </a:lvl7pPr>
            <a:lvl8pPr>
              <a:defRPr sz="825" b="1">
                <a:solidFill>
                  <a:srgbClr val="DF654B"/>
                </a:solidFill>
              </a:defRPr>
            </a:lvl8pPr>
            <a:lvl9pPr>
              <a:defRPr sz="825" b="1">
                <a:solidFill>
                  <a:srgbClr val="DF654B"/>
                </a:solidFill>
              </a:defRPr>
            </a:lvl9pPr>
          </a:lstStyle>
          <a:p xmlns:a="http://schemas.openxmlformats.org/drawingml/2006/main">
            <a:pPr>
              <a:defRPr sz="825" b="1">
                <a:solidFill>
                  <a:srgbClr val="DF654B"/>
                </a:solidFill>
              </a:defRPr>
            </a:pPr>
            <a:r>
              <a:rPr sz="825" b="1">
                <a:solidFill>
                  <a:srgbClr val="DF654B"/>
                </a:solidFill>
              </a:rPr>
              <a:t>D</a:t>
            </a:r>
          </a:p>
        </p:txBody>
      </p:sp>
      <p:sp>
        <p:nvSpPr>
          <p:cNvPr id="37" name="">
            <a:extLst xmlns:a="http://schemas.openxmlformats.org/drawingml/2006/main">
              <a:ext uri="{FF2B5EF4-FFF2-40B4-BE49-F238E27FC236}">
                <a16:creationId xmlns:a16="http://schemas.microsoft.com/office/drawing/2014/main" id="{704452B1-FF53-43CF-BC01-321184D8BEBB}"/>
              </a:ext>
            </a:extLst>
          </p:cNvPr>
          <p:cNvSpPr>
            <a:spLocks xmlns:a="http://schemas.openxmlformats.org/drawingml/2006/main" noGrp="1"/>
          </p:cNvSpPr>
          <p:nvPr/>
        </p:nvSpPr>
        <p:spPr>
          <a:xfrm xmlns:a="http://schemas.openxmlformats.org/drawingml/2006/main">
            <a:off x="9010650" y="431482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02A43"/>
                </a:solidFill>
              </a:defRPr>
            </a:defPPr>
            <a:lvl1pPr>
              <a:defRPr sz="1200" b="1">
                <a:solidFill>
                  <a:srgbClr val="102A43"/>
                </a:solidFill>
              </a:defRPr>
            </a:lvl1pPr>
            <a:lvl2pPr>
              <a:defRPr sz="1200" b="1">
                <a:solidFill>
                  <a:srgbClr val="102A43"/>
                </a:solidFill>
              </a:defRPr>
            </a:lvl2pPr>
            <a:lvl3pPr>
              <a:defRPr sz="1200" b="1">
                <a:solidFill>
                  <a:srgbClr val="102A43"/>
                </a:solidFill>
              </a:defRPr>
            </a:lvl3pPr>
            <a:lvl4pPr>
              <a:defRPr sz="1200" b="1">
                <a:solidFill>
                  <a:srgbClr val="102A43"/>
                </a:solidFill>
              </a:defRPr>
            </a:lvl4pPr>
            <a:lvl5pPr>
              <a:defRPr sz="1200" b="1">
                <a:solidFill>
                  <a:srgbClr val="102A43"/>
                </a:solidFill>
              </a:defRPr>
            </a:lvl5pPr>
            <a:lvl6pPr>
              <a:defRPr sz="1200" b="1">
                <a:solidFill>
                  <a:srgbClr val="102A43"/>
                </a:solidFill>
              </a:defRPr>
            </a:lvl6pPr>
            <a:lvl7pPr>
              <a:defRPr sz="1200" b="1">
                <a:solidFill>
                  <a:srgbClr val="102A43"/>
                </a:solidFill>
              </a:defRPr>
            </a:lvl7pPr>
            <a:lvl8pPr>
              <a:defRPr sz="1200" b="1">
                <a:solidFill>
                  <a:srgbClr val="102A43"/>
                </a:solidFill>
              </a:defRPr>
            </a:lvl8pPr>
            <a:lvl9pPr>
              <a:defRPr sz="1200" b="1">
                <a:solidFill>
                  <a:srgbClr val="102A43"/>
                </a:solidFill>
              </a:defRPr>
            </a:lvl9pPr>
          </a:lstStyle>
          <a:p xmlns:a="http://schemas.openxmlformats.org/drawingml/2006/main">
            <a:pPr>
              <a:defRPr sz="1200" b="1">
                <a:solidFill>
                  <a:srgbClr val="102A43"/>
                </a:solidFill>
              </a:defRPr>
            </a:pPr>
            <a:r>
              <a:rPr sz="1200" b="1">
                <a:solidFill>
                  <a:srgbClr val="102A43"/>
                </a:solidFill>
              </a:rPr>
              <a:t>Trust + open</a:t>
            </a:r>
          </a:p>
        </p:txBody>
      </p:sp>
      <p:sp>
        <p:nvSpPr>
          <p:cNvPr id="38" name="">
            <a:extLst xmlns:a="http://schemas.openxmlformats.org/drawingml/2006/main">
              <a:ext uri="{FF2B5EF4-FFF2-40B4-BE49-F238E27FC236}">
                <a16:creationId xmlns:a16="http://schemas.microsoft.com/office/drawing/2014/main" id="{168B5884-8682-4DFF-908E-06483EF4D95C}"/>
              </a:ext>
            </a:extLst>
          </p:cNvPr>
          <p:cNvSpPr>
            <a:spLocks xmlns:a="http://schemas.openxmlformats.org/drawingml/2006/main" noGrp="1"/>
          </p:cNvSpPr>
          <p:nvPr/>
        </p:nvSpPr>
        <p:spPr>
          <a:xfrm xmlns:a="http://schemas.openxmlformats.org/drawingml/2006/main">
            <a:off x="9010650" y="46101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Trust rating and improvement ideas</a:t>
            </a:r>
          </a:p>
        </p:txBody>
      </p:sp>
      <p:sp>
        <p:nvSpPr>
          <p:cNvPr id="39" name="">
            <a:extLst xmlns:a="http://schemas.openxmlformats.org/drawingml/2006/main">
              <a:ext uri="{FF2B5EF4-FFF2-40B4-BE49-F238E27FC236}">
                <a16:creationId xmlns:a16="http://schemas.microsoft.com/office/drawing/2014/main" id="{5F1667DB-4ADB-453B-864D-196E396B7A24}"/>
              </a:ext>
            </a:extLst>
          </p:cNvPr>
          <p:cNvSpPr>
            <a:spLocks xmlns:a="http://schemas.openxmlformats.org/drawingml/2006/main" noGrp="1"/>
          </p:cNvSpPr>
          <p:nvPr/>
        </p:nvSpPr>
        <p:spPr>
          <a:xfrm xmlns:a="http://schemas.openxmlformats.org/drawingml/2006/main">
            <a:off x="533400" y="5381625"/>
            <a:ext cx="1112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02A43"/>
                </a:solidFill>
              </a:defRPr>
            </a:defPPr>
            <a:lvl1pPr>
              <a:defRPr sz="1125" b="0">
                <a:solidFill>
                  <a:srgbClr val="102A43"/>
                </a:solidFill>
              </a:defRPr>
            </a:lvl1pPr>
            <a:lvl2pPr>
              <a:defRPr sz="1125" b="0">
                <a:solidFill>
                  <a:srgbClr val="102A43"/>
                </a:solidFill>
              </a:defRPr>
            </a:lvl2pPr>
            <a:lvl3pPr>
              <a:defRPr sz="1125" b="0">
                <a:solidFill>
                  <a:srgbClr val="102A43"/>
                </a:solidFill>
              </a:defRPr>
            </a:lvl3pPr>
            <a:lvl4pPr>
              <a:defRPr sz="1125" b="0">
                <a:solidFill>
                  <a:srgbClr val="102A43"/>
                </a:solidFill>
              </a:defRPr>
            </a:lvl4pPr>
            <a:lvl5pPr>
              <a:defRPr sz="1125" b="0">
                <a:solidFill>
                  <a:srgbClr val="102A43"/>
                </a:solidFill>
              </a:defRPr>
            </a:lvl5pPr>
            <a:lvl6pPr>
              <a:defRPr sz="1125" b="0">
                <a:solidFill>
                  <a:srgbClr val="102A43"/>
                </a:solidFill>
              </a:defRPr>
            </a:lvl6pPr>
            <a:lvl7pPr>
              <a:defRPr sz="1125" b="0">
                <a:solidFill>
                  <a:srgbClr val="102A43"/>
                </a:solidFill>
              </a:defRPr>
            </a:lvl7pPr>
            <a:lvl8pPr>
              <a:defRPr sz="1125" b="0">
                <a:solidFill>
                  <a:srgbClr val="102A43"/>
                </a:solidFill>
              </a:defRPr>
            </a:lvl8pPr>
            <a:lvl9pPr>
              <a:defRPr sz="1125" b="0">
                <a:solidFill>
                  <a:srgbClr val="102A43"/>
                </a:solidFill>
              </a:defRPr>
            </a:lvl9pPr>
          </a:lstStyle>
          <a:p xmlns:a="http://schemas.openxmlformats.org/drawingml/2006/main">
            <a:pPr>
              <a:defRPr sz="1125" b="0">
                <a:solidFill>
                  <a:srgbClr val="102A43"/>
                </a:solidFill>
              </a:defRPr>
            </a:pPr>
            <a:r>
              <a:rPr sz="1125" b="0">
                <a:solidFill>
                  <a:srgbClr val="102A43"/>
                </a:solidFill>
              </a:rPr>
              <a:t>The online form saves a draft, calculates SUS, and exports one anonymous CSV per participant.</a:t>
            </a:r>
          </a:p>
        </p:txBody>
      </p:sp>
      <p:sp>
        <p:nvSpPr>
          <p:cNvPr id="40" name="">
            <a:extLst xmlns:a="http://schemas.openxmlformats.org/drawingml/2006/main">
              <a:ext uri="{FF2B5EF4-FFF2-40B4-BE49-F238E27FC236}">
                <a16:creationId xmlns:a16="http://schemas.microsoft.com/office/drawing/2014/main" id="{001A51C4-0A01-40BB-891D-90C1F19DC9B6}"/>
              </a:ext>
            </a:extLst>
          </p:cNvPr>
          <p:cNvSpPr>
            <a:spLocks xmlns:a="http://schemas.openxmlformats.org/drawingml/2006/main" noGrp="1"/>
          </p:cNvSpPr>
          <p:nvPr/>
        </p:nvSpPr>
        <p:spPr>
          <a:xfrm xmlns:a="http://schemas.openxmlformats.org/drawingml/2006/main">
            <a:off x="533400" y="5724525"/>
            <a:ext cx="11125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No names, student numbers, passwords, photographs, or personal museum records are collected.</a:t>
            </a:r>
          </a:p>
        </p:txBody>
      </p:sp>
    </p:spTree>
    <p:extLst>
      <p:ext uri="{BB962C8B-B14F-4D97-AF65-F5344CB8AC3E}">
        <p14:creationId xmlns:p14="http://schemas.microsoft.com/office/powerpoint/2010/main" val="1204311775"/>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48D52BB-695B-4B4C-AE01-6FCD973BECA8}"/>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BD7A38A2-029A-494E-82FE-1C80BFABA745}"/>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MEASURES AND ANALYSIS</a:t>
            </a:r>
          </a:p>
        </p:txBody>
      </p:sp>
      <p:sp>
        <p:nvSpPr>
          <p:cNvPr id="3" name="">
            <a:extLst xmlns:a="http://schemas.openxmlformats.org/drawingml/2006/main">
              <a:ext uri="{FF2B5EF4-FFF2-40B4-BE49-F238E27FC236}">
                <a16:creationId xmlns:a16="http://schemas.microsoft.com/office/drawing/2014/main" id="{66A62E82-7DFD-49CA-9962-5CE13A82383A}"/>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Observed behaviour and self-report answer different questions</a:t>
            </a:r>
          </a:p>
        </p:txBody>
      </p:sp>
      <p:sp>
        <p:nvSpPr>
          <p:cNvPr id="4" name="">
            <a:extLst xmlns:a="http://schemas.openxmlformats.org/drawingml/2006/main">
              <a:ext uri="{FF2B5EF4-FFF2-40B4-BE49-F238E27FC236}">
                <a16:creationId xmlns:a16="http://schemas.microsoft.com/office/drawing/2014/main" id="{93471EA1-ECAA-40A2-ACA8-C5CC477278BD}"/>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6276E9BC-EC81-4CDF-9E9E-DB05100AB645}"/>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5 / 7</a:t>
            </a:r>
          </a:p>
        </p:txBody>
      </p:sp>
      <p:sp>
        <p:nvSpPr>
          <p:cNvPr id="6" name="">
            <a:extLst xmlns:a="http://schemas.openxmlformats.org/drawingml/2006/main">
              <a:ext uri="{FF2B5EF4-FFF2-40B4-BE49-F238E27FC236}">
                <a16:creationId xmlns:a16="http://schemas.microsoft.com/office/drawing/2014/main" id="{4723C6E2-4995-4774-A7A7-F7A17EAC6F33}"/>
              </a:ext>
            </a:extLst>
          </p:cNvPr>
          <p:cNvSpPr>
            <a:spLocks xmlns:a="http://schemas.openxmlformats.org/drawingml/2006/main" noGrp="1"/>
          </p:cNvSpPr>
          <p:nvPr/>
        </p:nvSpPr>
        <p:spPr>
          <a:xfrm xmlns:a="http://schemas.openxmlformats.org/drawingml/2006/main">
            <a:off x="533400" y="1981200"/>
            <a:ext cx="33337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7" name="">
            <a:extLst xmlns:a="http://schemas.openxmlformats.org/drawingml/2006/main">
              <a:ext uri="{FF2B5EF4-FFF2-40B4-BE49-F238E27FC236}">
                <a16:creationId xmlns:a16="http://schemas.microsoft.com/office/drawing/2014/main" id="{8F23B284-E718-45BC-B0EA-CFD5A454081B}"/>
              </a:ext>
            </a:extLst>
          </p:cNvPr>
          <p:cNvSpPr>
            <a:spLocks xmlns:a="http://schemas.openxmlformats.org/drawingml/2006/main" noGrp="1"/>
          </p:cNvSpPr>
          <p:nvPr/>
        </p:nvSpPr>
        <p:spPr>
          <a:xfrm xmlns:a="http://schemas.openxmlformats.org/drawingml/2006/main">
            <a:off x="533400" y="1981200"/>
            <a:ext cx="3333750" cy="47625"/>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A013E271-9FF8-48D6-BEA1-D4E56C67CC5E}"/>
              </a:ext>
            </a:extLst>
          </p:cNvPr>
          <p:cNvSpPr>
            <a:spLocks xmlns:a="http://schemas.openxmlformats.org/drawingml/2006/main" noGrp="1"/>
          </p:cNvSpPr>
          <p:nvPr/>
        </p:nvSpPr>
        <p:spPr>
          <a:xfrm xmlns:a="http://schemas.openxmlformats.org/drawingml/2006/main">
            <a:off x="723900" y="22193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02A43"/>
                </a:solidFill>
              </a:defRPr>
            </a:defPPr>
            <a:lvl1pPr>
              <a:defRPr sz="1650" b="1">
                <a:solidFill>
                  <a:srgbClr val="102A43"/>
                </a:solidFill>
              </a:defRPr>
            </a:lvl1pPr>
            <a:lvl2pPr>
              <a:defRPr sz="1650" b="1">
                <a:solidFill>
                  <a:srgbClr val="102A43"/>
                </a:solidFill>
              </a:defRPr>
            </a:lvl2pPr>
            <a:lvl3pPr>
              <a:defRPr sz="1650" b="1">
                <a:solidFill>
                  <a:srgbClr val="102A43"/>
                </a:solidFill>
              </a:defRPr>
            </a:lvl3pPr>
            <a:lvl4pPr>
              <a:defRPr sz="1650" b="1">
                <a:solidFill>
                  <a:srgbClr val="102A43"/>
                </a:solidFill>
              </a:defRPr>
            </a:lvl4pPr>
            <a:lvl5pPr>
              <a:defRPr sz="1650" b="1">
                <a:solidFill>
                  <a:srgbClr val="102A43"/>
                </a:solidFill>
              </a:defRPr>
            </a:lvl5pPr>
            <a:lvl6pPr>
              <a:defRPr sz="1650" b="1">
                <a:solidFill>
                  <a:srgbClr val="102A43"/>
                </a:solidFill>
              </a:defRPr>
            </a:lvl6pPr>
            <a:lvl7pPr>
              <a:defRPr sz="1650" b="1">
                <a:solidFill>
                  <a:srgbClr val="102A43"/>
                </a:solidFill>
              </a:defRPr>
            </a:lvl7pPr>
            <a:lvl8pPr>
              <a:defRPr sz="1650" b="1">
                <a:solidFill>
                  <a:srgbClr val="102A43"/>
                </a:solidFill>
              </a:defRPr>
            </a:lvl8pPr>
            <a:lvl9pPr>
              <a:defRPr sz="1650" b="1">
                <a:solidFill>
                  <a:srgbClr val="102A43"/>
                </a:solidFill>
              </a:defRPr>
            </a:lvl9pPr>
          </a:lstStyle>
          <a:p xmlns:a="http://schemas.openxmlformats.org/drawingml/2006/main">
            <a:pPr>
              <a:defRPr sz="1650" b="1">
                <a:solidFill>
                  <a:srgbClr val="102A43"/>
                </a:solidFill>
              </a:defRPr>
            </a:pPr>
            <a:r>
              <a:rPr sz="1650" b="1">
                <a:solidFill>
                  <a:srgbClr val="102A43"/>
                </a:solidFill>
              </a:rPr>
              <a:t>Observed</a:t>
            </a:r>
          </a:p>
        </p:txBody>
      </p:sp>
      <p:sp>
        <p:nvSpPr>
          <p:cNvPr id="9" name="">
            <a:extLst xmlns:a="http://schemas.openxmlformats.org/drawingml/2006/main">
              <a:ext uri="{FF2B5EF4-FFF2-40B4-BE49-F238E27FC236}">
                <a16:creationId xmlns:a16="http://schemas.microsoft.com/office/drawing/2014/main" id="{8D732083-006B-44B5-851F-D2A4AFAA033E}"/>
              </a:ext>
            </a:extLst>
          </p:cNvPr>
          <p:cNvSpPr>
            <a:spLocks xmlns:a="http://schemas.openxmlformats.org/drawingml/2006/main" noGrp="1"/>
          </p:cNvSpPr>
          <p:nvPr/>
        </p:nvSpPr>
        <p:spPr>
          <a:xfrm xmlns:a="http://schemas.openxmlformats.org/drawingml/2006/main">
            <a:off x="723900" y="27622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Task success: independent, assisted, failed</a:t>
            </a:r>
          </a:p>
        </p:txBody>
      </p:sp>
      <p:sp>
        <p:nvSpPr>
          <p:cNvPr id="10" name="">
            <a:extLst xmlns:a="http://schemas.openxmlformats.org/drawingml/2006/main">
              <a:ext uri="{FF2B5EF4-FFF2-40B4-BE49-F238E27FC236}">
                <a16:creationId xmlns:a16="http://schemas.microsoft.com/office/drawing/2014/main" id="{9FE4CAB6-84DE-4F96-A689-52962AC60318}"/>
              </a:ext>
            </a:extLst>
          </p:cNvPr>
          <p:cNvSpPr>
            <a:spLocks xmlns:a="http://schemas.openxmlformats.org/drawingml/2006/main" noGrp="1"/>
          </p:cNvSpPr>
          <p:nvPr/>
        </p:nvSpPr>
        <p:spPr>
          <a:xfrm xmlns:a="http://schemas.openxmlformats.org/drawingml/2006/main">
            <a:off x="723900" y="327660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Time on task in seconds</a:t>
            </a:r>
          </a:p>
        </p:txBody>
      </p:sp>
      <p:sp>
        <p:nvSpPr>
          <p:cNvPr id="11" name="">
            <a:extLst xmlns:a="http://schemas.openxmlformats.org/drawingml/2006/main">
              <a:ext uri="{FF2B5EF4-FFF2-40B4-BE49-F238E27FC236}">
                <a16:creationId xmlns:a16="http://schemas.microsoft.com/office/drawing/2014/main" id="{AB8F6424-2CD0-4D93-9FEA-3C40B8D97FFC}"/>
              </a:ext>
            </a:extLst>
          </p:cNvPr>
          <p:cNvSpPr>
            <a:spLocks xmlns:a="http://schemas.openxmlformats.org/drawingml/2006/main" noGrp="1"/>
          </p:cNvSpPr>
          <p:nvPr/>
        </p:nvSpPr>
        <p:spPr>
          <a:xfrm xmlns:a="http://schemas.openxmlformats.org/drawingml/2006/main">
            <a:off x="723900" y="37909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Errors and moderator help</a:t>
            </a:r>
          </a:p>
        </p:txBody>
      </p:sp>
      <p:sp>
        <p:nvSpPr>
          <p:cNvPr id="12" name="">
            <a:extLst xmlns:a="http://schemas.openxmlformats.org/drawingml/2006/main">
              <a:ext uri="{FF2B5EF4-FFF2-40B4-BE49-F238E27FC236}">
                <a16:creationId xmlns:a16="http://schemas.microsoft.com/office/drawing/2014/main" id="{1FAAAB9F-A22C-4203-8903-EED975384F86}"/>
              </a:ext>
            </a:extLst>
          </p:cNvPr>
          <p:cNvSpPr>
            <a:spLocks xmlns:a="http://schemas.openxmlformats.org/drawingml/2006/main" noGrp="1"/>
          </p:cNvSpPr>
          <p:nvPr/>
        </p:nvSpPr>
        <p:spPr>
          <a:xfrm xmlns:a="http://schemas.openxmlformats.org/drawingml/2006/main">
            <a:off x="4152900" y="1981200"/>
            <a:ext cx="33337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13" name="">
            <a:extLst xmlns:a="http://schemas.openxmlformats.org/drawingml/2006/main">
              <a:ext uri="{FF2B5EF4-FFF2-40B4-BE49-F238E27FC236}">
                <a16:creationId xmlns:a16="http://schemas.microsoft.com/office/drawing/2014/main" id="{5797D6E3-C762-47C3-B96A-5C44AF9F5287}"/>
              </a:ext>
            </a:extLst>
          </p:cNvPr>
          <p:cNvSpPr>
            <a:spLocks xmlns:a="http://schemas.openxmlformats.org/drawingml/2006/main" noGrp="1"/>
          </p:cNvSpPr>
          <p:nvPr/>
        </p:nvSpPr>
        <p:spPr>
          <a:xfrm xmlns:a="http://schemas.openxmlformats.org/drawingml/2006/main">
            <a:off x="4152900" y="1981200"/>
            <a:ext cx="3333750" cy="47625"/>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14" name="">
            <a:extLst xmlns:a="http://schemas.openxmlformats.org/drawingml/2006/main">
              <a:ext uri="{FF2B5EF4-FFF2-40B4-BE49-F238E27FC236}">
                <a16:creationId xmlns:a16="http://schemas.microsoft.com/office/drawing/2014/main" id="{1833CEFE-B446-43E3-96FD-8B6A11EAB642}"/>
              </a:ext>
            </a:extLst>
          </p:cNvPr>
          <p:cNvSpPr>
            <a:spLocks xmlns:a="http://schemas.openxmlformats.org/drawingml/2006/main" noGrp="1"/>
          </p:cNvSpPr>
          <p:nvPr/>
        </p:nvSpPr>
        <p:spPr>
          <a:xfrm xmlns:a="http://schemas.openxmlformats.org/drawingml/2006/main">
            <a:off x="4343400" y="22193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02A43"/>
                </a:solidFill>
              </a:defRPr>
            </a:defPPr>
            <a:lvl1pPr>
              <a:defRPr sz="1650" b="1">
                <a:solidFill>
                  <a:srgbClr val="102A43"/>
                </a:solidFill>
              </a:defRPr>
            </a:lvl1pPr>
            <a:lvl2pPr>
              <a:defRPr sz="1650" b="1">
                <a:solidFill>
                  <a:srgbClr val="102A43"/>
                </a:solidFill>
              </a:defRPr>
            </a:lvl2pPr>
            <a:lvl3pPr>
              <a:defRPr sz="1650" b="1">
                <a:solidFill>
                  <a:srgbClr val="102A43"/>
                </a:solidFill>
              </a:defRPr>
            </a:lvl3pPr>
            <a:lvl4pPr>
              <a:defRPr sz="1650" b="1">
                <a:solidFill>
                  <a:srgbClr val="102A43"/>
                </a:solidFill>
              </a:defRPr>
            </a:lvl4pPr>
            <a:lvl5pPr>
              <a:defRPr sz="1650" b="1">
                <a:solidFill>
                  <a:srgbClr val="102A43"/>
                </a:solidFill>
              </a:defRPr>
            </a:lvl5pPr>
            <a:lvl6pPr>
              <a:defRPr sz="1650" b="1">
                <a:solidFill>
                  <a:srgbClr val="102A43"/>
                </a:solidFill>
              </a:defRPr>
            </a:lvl6pPr>
            <a:lvl7pPr>
              <a:defRPr sz="1650" b="1">
                <a:solidFill>
                  <a:srgbClr val="102A43"/>
                </a:solidFill>
              </a:defRPr>
            </a:lvl7pPr>
            <a:lvl8pPr>
              <a:defRPr sz="1650" b="1">
                <a:solidFill>
                  <a:srgbClr val="102A43"/>
                </a:solidFill>
              </a:defRPr>
            </a:lvl8pPr>
            <a:lvl9pPr>
              <a:defRPr sz="1650" b="1">
                <a:solidFill>
                  <a:srgbClr val="102A43"/>
                </a:solidFill>
              </a:defRPr>
            </a:lvl9pPr>
          </a:lstStyle>
          <a:p xmlns:a="http://schemas.openxmlformats.org/drawingml/2006/main">
            <a:pPr>
              <a:defRPr sz="1650" b="1">
                <a:solidFill>
                  <a:srgbClr val="102A43"/>
                </a:solidFill>
              </a:defRPr>
            </a:pPr>
            <a:r>
              <a:rPr sz="1650" b="1">
                <a:solidFill>
                  <a:srgbClr val="102A43"/>
                </a:solidFill>
              </a:rPr>
              <a:t>Self-report</a:t>
            </a:r>
          </a:p>
        </p:txBody>
      </p:sp>
      <p:sp>
        <p:nvSpPr>
          <p:cNvPr id="15" name="">
            <a:extLst xmlns:a="http://schemas.openxmlformats.org/drawingml/2006/main">
              <a:ext uri="{FF2B5EF4-FFF2-40B4-BE49-F238E27FC236}">
                <a16:creationId xmlns:a16="http://schemas.microsoft.com/office/drawing/2014/main" id="{43C6AEC6-BD6D-4084-B034-BF5AC2A67C14}"/>
              </a:ext>
            </a:extLst>
          </p:cNvPr>
          <p:cNvSpPr>
            <a:spLocks xmlns:a="http://schemas.openxmlformats.org/drawingml/2006/main" noGrp="1"/>
          </p:cNvSpPr>
          <p:nvPr/>
        </p:nvSpPr>
        <p:spPr>
          <a:xfrm xmlns:a="http://schemas.openxmlformats.org/drawingml/2006/main">
            <a:off x="4343400" y="27622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SUS score</a:t>
            </a:r>
          </a:p>
        </p:txBody>
      </p:sp>
      <p:sp>
        <p:nvSpPr>
          <p:cNvPr id="16" name="">
            <a:extLst xmlns:a="http://schemas.openxmlformats.org/drawingml/2006/main">
              <a:ext uri="{FF2B5EF4-FFF2-40B4-BE49-F238E27FC236}">
                <a16:creationId xmlns:a16="http://schemas.microsoft.com/office/drawing/2014/main" id="{F372BA39-F3F9-41B3-AF89-727BA5B79A2C}"/>
              </a:ext>
            </a:extLst>
          </p:cNvPr>
          <p:cNvSpPr>
            <a:spLocks xmlns:a="http://schemas.openxmlformats.org/drawingml/2006/main" noGrp="1"/>
          </p:cNvSpPr>
          <p:nvPr/>
        </p:nvSpPr>
        <p:spPr>
          <a:xfrm xmlns:a="http://schemas.openxmlformats.org/drawingml/2006/main">
            <a:off x="4343400" y="327660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Perceived ease after each task</a:t>
            </a:r>
          </a:p>
        </p:txBody>
      </p:sp>
      <p:sp>
        <p:nvSpPr>
          <p:cNvPr id="17" name="">
            <a:extLst xmlns:a="http://schemas.openxmlformats.org/drawingml/2006/main">
              <a:ext uri="{FF2B5EF4-FFF2-40B4-BE49-F238E27FC236}">
                <a16:creationId xmlns:a16="http://schemas.microsoft.com/office/drawing/2014/main" id="{F8A289A4-DE10-4AC1-BB10-EDC5E1F387B7}"/>
              </a:ext>
            </a:extLst>
          </p:cNvPr>
          <p:cNvSpPr>
            <a:spLocks xmlns:a="http://schemas.openxmlformats.org/drawingml/2006/main" noGrp="1"/>
          </p:cNvSpPr>
          <p:nvPr/>
        </p:nvSpPr>
        <p:spPr>
          <a:xfrm xmlns:a="http://schemas.openxmlformats.org/drawingml/2006/main">
            <a:off x="4343400" y="37909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Confidence and trust</a:t>
            </a:r>
          </a:p>
        </p:txBody>
      </p:sp>
      <p:sp>
        <p:nvSpPr>
          <p:cNvPr id="18" name="">
            <a:extLst xmlns:a="http://schemas.openxmlformats.org/drawingml/2006/main">
              <a:ext uri="{FF2B5EF4-FFF2-40B4-BE49-F238E27FC236}">
                <a16:creationId xmlns:a16="http://schemas.microsoft.com/office/drawing/2014/main" id="{D5148597-9D27-45FE-9F67-3D13B1CFC986}"/>
              </a:ext>
            </a:extLst>
          </p:cNvPr>
          <p:cNvSpPr>
            <a:spLocks xmlns:a="http://schemas.openxmlformats.org/drawingml/2006/main" noGrp="1"/>
          </p:cNvSpPr>
          <p:nvPr/>
        </p:nvSpPr>
        <p:spPr>
          <a:xfrm xmlns:a="http://schemas.openxmlformats.org/drawingml/2006/main">
            <a:off x="7772400" y="1981200"/>
            <a:ext cx="33337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19" name="">
            <a:extLst xmlns:a="http://schemas.openxmlformats.org/drawingml/2006/main">
              <a:ext uri="{FF2B5EF4-FFF2-40B4-BE49-F238E27FC236}">
                <a16:creationId xmlns:a16="http://schemas.microsoft.com/office/drawing/2014/main" id="{12538B93-B70F-4B18-B50B-54EE3D274A08}"/>
              </a:ext>
            </a:extLst>
          </p:cNvPr>
          <p:cNvSpPr>
            <a:spLocks xmlns:a="http://schemas.openxmlformats.org/drawingml/2006/main" noGrp="1"/>
          </p:cNvSpPr>
          <p:nvPr/>
        </p:nvSpPr>
        <p:spPr>
          <a:xfrm xmlns:a="http://schemas.openxmlformats.org/drawingml/2006/main">
            <a:off x="7772400" y="1981200"/>
            <a:ext cx="3333750" cy="47625"/>
          </a:xfrm>
          <a:prstGeom xmlns:a="http://schemas.openxmlformats.org/drawingml/2006/main" prst="rect">
            <a:avLst/>
          </a:prstGeom>
          <a:solidFill xmlns:a="http://schemas.openxmlformats.org/drawingml/2006/main">
            <a:srgbClr val="F0C75E"/>
          </a:solidFill>
          <a:ln xmlns:a="http://schemas.openxmlformats.org/drawingml/2006/main" w="0">
            <a:solidFill>
              <a:srgbClr val="F0C75E"/>
            </a:solidFill>
            <a:prstDash val="solid"/>
          </a:ln>
        </p:spPr>
      </p:sp>
      <p:sp>
        <p:nvSpPr>
          <p:cNvPr id="20" name="">
            <a:extLst xmlns:a="http://schemas.openxmlformats.org/drawingml/2006/main">
              <a:ext uri="{FF2B5EF4-FFF2-40B4-BE49-F238E27FC236}">
                <a16:creationId xmlns:a16="http://schemas.microsoft.com/office/drawing/2014/main" id="{D43C4D00-E6BB-4EEE-BC87-8948C7887BEB}"/>
              </a:ext>
            </a:extLst>
          </p:cNvPr>
          <p:cNvSpPr>
            <a:spLocks xmlns:a="http://schemas.openxmlformats.org/drawingml/2006/main" noGrp="1"/>
          </p:cNvSpPr>
          <p:nvPr/>
        </p:nvSpPr>
        <p:spPr>
          <a:xfrm xmlns:a="http://schemas.openxmlformats.org/drawingml/2006/main">
            <a:off x="7962900" y="22193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02A43"/>
                </a:solidFill>
              </a:defRPr>
            </a:defPPr>
            <a:lvl1pPr>
              <a:defRPr sz="1650" b="1">
                <a:solidFill>
                  <a:srgbClr val="102A43"/>
                </a:solidFill>
              </a:defRPr>
            </a:lvl1pPr>
            <a:lvl2pPr>
              <a:defRPr sz="1650" b="1">
                <a:solidFill>
                  <a:srgbClr val="102A43"/>
                </a:solidFill>
              </a:defRPr>
            </a:lvl2pPr>
            <a:lvl3pPr>
              <a:defRPr sz="1650" b="1">
                <a:solidFill>
                  <a:srgbClr val="102A43"/>
                </a:solidFill>
              </a:defRPr>
            </a:lvl3pPr>
            <a:lvl4pPr>
              <a:defRPr sz="1650" b="1">
                <a:solidFill>
                  <a:srgbClr val="102A43"/>
                </a:solidFill>
              </a:defRPr>
            </a:lvl4pPr>
            <a:lvl5pPr>
              <a:defRPr sz="1650" b="1">
                <a:solidFill>
                  <a:srgbClr val="102A43"/>
                </a:solidFill>
              </a:defRPr>
            </a:lvl5pPr>
            <a:lvl6pPr>
              <a:defRPr sz="1650" b="1">
                <a:solidFill>
                  <a:srgbClr val="102A43"/>
                </a:solidFill>
              </a:defRPr>
            </a:lvl6pPr>
            <a:lvl7pPr>
              <a:defRPr sz="1650" b="1">
                <a:solidFill>
                  <a:srgbClr val="102A43"/>
                </a:solidFill>
              </a:defRPr>
            </a:lvl7pPr>
            <a:lvl8pPr>
              <a:defRPr sz="1650" b="1">
                <a:solidFill>
                  <a:srgbClr val="102A43"/>
                </a:solidFill>
              </a:defRPr>
            </a:lvl8pPr>
            <a:lvl9pPr>
              <a:defRPr sz="1650" b="1">
                <a:solidFill>
                  <a:srgbClr val="102A43"/>
                </a:solidFill>
              </a:defRPr>
            </a:lvl9pPr>
          </a:lstStyle>
          <a:p xmlns:a="http://schemas.openxmlformats.org/drawingml/2006/main">
            <a:pPr>
              <a:defRPr sz="1650" b="1">
                <a:solidFill>
                  <a:srgbClr val="102A43"/>
                </a:solidFill>
              </a:defRPr>
            </a:pPr>
            <a:r>
              <a:rPr sz="1650" b="1">
                <a:solidFill>
                  <a:srgbClr val="102A43"/>
                </a:solidFill>
              </a:rPr>
              <a:t>Qualitative</a:t>
            </a:r>
          </a:p>
        </p:txBody>
      </p:sp>
      <p:sp>
        <p:nvSpPr>
          <p:cNvPr id="21" name="">
            <a:extLst xmlns:a="http://schemas.openxmlformats.org/drawingml/2006/main">
              <a:ext uri="{FF2B5EF4-FFF2-40B4-BE49-F238E27FC236}">
                <a16:creationId xmlns:a16="http://schemas.microsoft.com/office/drawing/2014/main" id="{979F4EE6-C058-428B-8C5A-619C1037A157}"/>
              </a:ext>
            </a:extLst>
          </p:cNvPr>
          <p:cNvSpPr>
            <a:spLocks xmlns:a="http://schemas.openxmlformats.org/drawingml/2006/main" noGrp="1"/>
          </p:cNvSpPr>
          <p:nvPr/>
        </p:nvSpPr>
        <p:spPr>
          <a:xfrm xmlns:a="http://schemas.openxmlformats.org/drawingml/2006/main">
            <a:off x="7962900" y="27622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Think-aloud hesitation</a:t>
            </a:r>
          </a:p>
        </p:txBody>
      </p:sp>
      <p:sp>
        <p:nvSpPr>
          <p:cNvPr id="22" name="">
            <a:extLst xmlns:a="http://schemas.openxmlformats.org/drawingml/2006/main">
              <a:ext uri="{FF2B5EF4-FFF2-40B4-BE49-F238E27FC236}">
                <a16:creationId xmlns:a16="http://schemas.microsoft.com/office/drawing/2014/main" id="{BD8FCE9B-A6E5-4034-A7D9-F900EA4FA917}"/>
              </a:ext>
            </a:extLst>
          </p:cNvPr>
          <p:cNvSpPr>
            <a:spLocks xmlns:a="http://schemas.openxmlformats.org/drawingml/2006/main" noGrp="1"/>
          </p:cNvSpPr>
          <p:nvPr/>
        </p:nvSpPr>
        <p:spPr>
          <a:xfrm xmlns:a="http://schemas.openxmlformats.org/drawingml/2006/main">
            <a:off x="7962900" y="327660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Repeated workarounds</a:t>
            </a:r>
          </a:p>
        </p:txBody>
      </p:sp>
      <p:sp>
        <p:nvSpPr>
          <p:cNvPr id="23" name="">
            <a:extLst xmlns:a="http://schemas.openxmlformats.org/drawingml/2006/main">
              <a:ext uri="{FF2B5EF4-FFF2-40B4-BE49-F238E27FC236}">
                <a16:creationId xmlns:a16="http://schemas.microsoft.com/office/drawing/2014/main" id="{83A24303-99C2-4CBB-8FC2-5A3F74293BF0}"/>
              </a:ext>
            </a:extLst>
          </p:cNvPr>
          <p:cNvSpPr>
            <a:spLocks xmlns:a="http://schemas.openxmlformats.org/drawingml/2006/main" noGrp="1"/>
          </p:cNvSpPr>
          <p:nvPr/>
        </p:nvSpPr>
        <p:spPr>
          <a:xfrm xmlns:a="http://schemas.openxmlformats.org/drawingml/2006/main">
            <a:off x="7962900" y="3790950"/>
            <a:ext cx="2905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Open comments and barriers</a:t>
            </a:r>
          </a:p>
        </p:txBody>
      </p:sp>
      <p:sp>
        <p:nvSpPr>
          <p:cNvPr id="24" name="">
            <a:extLst xmlns:a="http://schemas.openxmlformats.org/drawingml/2006/main">
              <a:ext uri="{FF2B5EF4-FFF2-40B4-BE49-F238E27FC236}">
                <a16:creationId xmlns:a16="http://schemas.microsoft.com/office/drawing/2014/main" id="{AC333810-5958-42F2-96E6-699DA5285E1F}"/>
              </a:ext>
            </a:extLst>
          </p:cNvPr>
          <p:cNvSpPr>
            <a:spLocks xmlns:a="http://schemas.openxmlformats.org/drawingml/2006/main" noGrp="1"/>
          </p:cNvSpPr>
          <p:nvPr/>
        </p:nvSpPr>
        <p:spPr>
          <a:xfrm xmlns:a="http://schemas.openxmlformats.org/drawingml/2006/main">
            <a:off x="533400" y="4895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Analysis</a:t>
            </a:r>
          </a:p>
        </p:txBody>
      </p:sp>
      <p:sp>
        <p:nvSpPr>
          <p:cNvPr id="25" name="">
            <a:extLst xmlns:a="http://schemas.openxmlformats.org/drawingml/2006/main">
              <a:ext uri="{FF2B5EF4-FFF2-40B4-BE49-F238E27FC236}">
                <a16:creationId xmlns:a16="http://schemas.microsoft.com/office/drawing/2014/main" id="{66AE992A-BDF8-4398-BC51-2F3C423F11F8}"/>
              </a:ext>
            </a:extLst>
          </p:cNvPr>
          <p:cNvSpPr>
            <a:spLocks xmlns:a="http://schemas.openxmlformats.org/drawingml/2006/main" noGrp="1"/>
          </p:cNvSpPr>
          <p:nvPr/>
        </p:nvSpPr>
        <p:spPr>
          <a:xfrm xmlns:a="http://schemas.openxmlformats.org/drawingml/2006/main">
            <a:off x="533400" y="5153025"/>
            <a:ext cx="1108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Success rate by task · median time · error frequency · SUS benchmark · short theme table</a:t>
            </a:r>
          </a:p>
        </p:txBody>
      </p:sp>
      <p:sp>
        <p:nvSpPr>
          <p:cNvPr id="26" name="">
            <a:extLst xmlns:a="http://schemas.openxmlformats.org/drawingml/2006/main">
              <a:ext uri="{FF2B5EF4-FFF2-40B4-BE49-F238E27FC236}">
                <a16:creationId xmlns:a16="http://schemas.microsoft.com/office/drawing/2014/main" id="{68A9FA6C-512D-48E5-A7C6-E2A572BF7C17}"/>
              </a:ext>
            </a:extLst>
          </p:cNvPr>
          <p:cNvSpPr>
            <a:spLocks xmlns:a="http://schemas.openxmlformats.org/drawingml/2006/main" noGrp="1"/>
          </p:cNvSpPr>
          <p:nvPr/>
        </p:nvSpPr>
        <p:spPr>
          <a:xfrm xmlns:a="http://schemas.openxmlformats.org/drawingml/2006/main">
            <a:off x="533400" y="5676900"/>
            <a:ext cx="11087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607A8C"/>
                </a:solidFill>
              </a:defRPr>
            </a:defPPr>
            <a:lvl1pPr>
              <a:defRPr sz="975" b="0">
                <a:solidFill>
                  <a:srgbClr val="607A8C"/>
                </a:solidFill>
              </a:defRPr>
            </a:lvl1pPr>
            <a:lvl2pPr>
              <a:defRPr sz="975" b="0">
                <a:solidFill>
                  <a:srgbClr val="607A8C"/>
                </a:solidFill>
              </a:defRPr>
            </a:lvl2pPr>
            <a:lvl3pPr>
              <a:defRPr sz="975" b="0">
                <a:solidFill>
                  <a:srgbClr val="607A8C"/>
                </a:solidFill>
              </a:defRPr>
            </a:lvl3pPr>
            <a:lvl4pPr>
              <a:defRPr sz="975" b="0">
                <a:solidFill>
                  <a:srgbClr val="607A8C"/>
                </a:solidFill>
              </a:defRPr>
            </a:lvl4pPr>
            <a:lvl5pPr>
              <a:defRPr sz="975" b="0">
                <a:solidFill>
                  <a:srgbClr val="607A8C"/>
                </a:solidFill>
              </a:defRPr>
            </a:lvl5pPr>
            <a:lvl6pPr>
              <a:defRPr sz="975" b="0">
                <a:solidFill>
                  <a:srgbClr val="607A8C"/>
                </a:solidFill>
              </a:defRPr>
            </a:lvl6pPr>
            <a:lvl7pPr>
              <a:defRPr sz="975" b="0">
                <a:solidFill>
                  <a:srgbClr val="607A8C"/>
                </a:solidFill>
              </a:defRPr>
            </a:lvl7pPr>
            <a:lvl8pPr>
              <a:defRPr sz="975" b="0">
                <a:solidFill>
                  <a:srgbClr val="607A8C"/>
                </a:solidFill>
              </a:defRPr>
            </a:lvl8pPr>
            <a:lvl9pPr>
              <a:defRPr sz="975" b="0">
                <a:solidFill>
                  <a:srgbClr val="607A8C"/>
                </a:solidFill>
              </a:defRPr>
            </a:lvl9pPr>
          </a:lstStyle>
          <a:p xmlns:a="http://schemas.openxmlformats.org/drawingml/2006/main">
            <a:pPr>
              <a:defRPr sz="975" b="0">
                <a:solidFill>
                  <a:srgbClr val="607A8C"/>
                </a:solidFill>
              </a:defRPr>
            </a:pPr>
            <a:r>
              <a:rPr sz="975" b="0">
                <a:solidFill>
                  <a:srgbClr val="607A8C"/>
                </a:solidFill>
              </a:rPr>
              <a:t>H1 ≥80% task success   ·   H2 acceptable SUS   ·   H3 repeated onboarding, navigation, or answer barriers</a:t>
            </a:r>
          </a:p>
        </p:txBody>
      </p:sp>
    </p:spTree>
    <p:extLst>
      <p:ext uri="{BB962C8B-B14F-4D97-AF65-F5344CB8AC3E}">
        <p14:creationId xmlns:p14="http://schemas.microsoft.com/office/powerpoint/2010/main" val="1343084891"/>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6AFBB92-6FA3-42DE-AF2B-01AF4CA76023}"/>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20884556-6D02-4FD0-81B2-2A21D70651AA}"/>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IMPLEMENTATION STATUS</a:t>
            </a:r>
          </a:p>
        </p:txBody>
      </p:sp>
      <p:sp>
        <p:nvSpPr>
          <p:cNvPr id="3" name="">
            <a:extLst xmlns:a="http://schemas.openxmlformats.org/drawingml/2006/main">
              <a:ext uri="{FF2B5EF4-FFF2-40B4-BE49-F238E27FC236}">
                <a16:creationId xmlns:a16="http://schemas.microsoft.com/office/drawing/2014/main" id="{AC9EA13A-5E39-4E71-808D-CA01A35F8E8D}"/>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The study package is ready for a small pilot</a:t>
            </a:r>
          </a:p>
        </p:txBody>
      </p:sp>
      <p:sp>
        <p:nvSpPr>
          <p:cNvPr id="4" name="">
            <a:extLst xmlns:a="http://schemas.openxmlformats.org/drawingml/2006/main">
              <a:ext uri="{FF2B5EF4-FFF2-40B4-BE49-F238E27FC236}">
                <a16:creationId xmlns:a16="http://schemas.microsoft.com/office/drawing/2014/main" id="{07AEA3EF-98C2-4D7B-AE4A-400AE91480D5}"/>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92CD5BA2-4449-4DA0-823A-2879673010E3}"/>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6 / 7</a:t>
            </a:r>
          </a:p>
        </p:txBody>
      </p:sp>
      <p:sp>
        <p:nvSpPr>
          <p:cNvPr id="6" name="">
            <a:extLst xmlns:a="http://schemas.openxmlformats.org/drawingml/2006/main">
              <a:ext uri="{FF2B5EF4-FFF2-40B4-BE49-F238E27FC236}">
                <a16:creationId xmlns:a16="http://schemas.microsoft.com/office/drawing/2014/main" id="{3F4C9FF8-2D75-448F-B687-5FC6519A5CEE}"/>
              </a:ext>
            </a:extLst>
          </p:cNvPr>
          <p:cNvSpPr>
            <a:spLocks xmlns:a="http://schemas.openxmlformats.org/drawingml/2006/main" noGrp="1"/>
          </p:cNvSpPr>
          <p:nvPr/>
        </p:nvSpPr>
        <p:spPr>
          <a:xfrm xmlns:a="http://schemas.openxmlformats.org/drawingml/2006/main">
            <a:off x="533400" y="1981200"/>
            <a:ext cx="3333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7" name="">
            <a:extLst xmlns:a="http://schemas.openxmlformats.org/drawingml/2006/main">
              <a:ext uri="{FF2B5EF4-FFF2-40B4-BE49-F238E27FC236}">
                <a16:creationId xmlns:a16="http://schemas.microsoft.com/office/drawing/2014/main" id="{594E3844-609D-490E-8874-0072B0191B63}"/>
              </a:ext>
            </a:extLst>
          </p:cNvPr>
          <p:cNvSpPr>
            <a:spLocks xmlns:a="http://schemas.openxmlformats.org/drawingml/2006/main" noGrp="1"/>
          </p:cNvSpPr>
          <p:nvPr/>
        </p:nvSpPr>
        <p:spPr>
          <a:xfrm xmlns:a="http://schemas.openxmlformats.org/drawingml/2006/main">
            <a:off x="533400" y="1981200"/>
            <a:ext cx="3333750" cy="47625"/>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CACD6865-F6CB-4FC0-9FE8-9EA3B9CFA835}"/>
              </a:ext>
            </a:extLst>
          </p:cNvPr>
          <p:cNvSpPr>
            <a:spLocks xmlns:a="http://schemas.openxmlformats.org/drawingml/2006/main" noGrp="1"/>
          </p:cNvSpPr>
          <p:nvPr/>
        </p:nvSpPr>
        <p:spPr>
          <a:xfrm xmlns:a="http://schemas.openxmlformats.org/drawingml/2006/main">
            <a:off x="723900" y="2200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0F766E"/>
                </a:solidFill>
              </a:defRPr>
            </a:defPPr>
            <a:lvl1pPr>
              <a:defRPr sz="750" b="1">
                <a:solidFill>
                  <a:srgbClr val="0F766E"/>
                </a:solidFill>
              </a:defRPr>
            </a:lvl1pPr>
            <a:lvl2pPr>
              <a:defRPr sz="750" b="1">
                <a:solidFill>
                  <a:srgbClr val="0F766E"/>
                </a:solidFill>
              </a:defRPr>
            </a:lvl2pPr>
            <a:lvl3pPr>
              <a:defRPr sz="750" b="1">
                <a:solidFill>
                  <a:srgbClr val="0F766E"/>
                </a:solidFill>
              </a:defRPr>
            </a:lvl3pPr>
            <a:lvl4pPr>
              <a:defRPr sz="750" b="1">
                <a:solidFill>
                  <a:srgbClr val="0F766E"/>
                </a:solidFill>
              </a:defRPr>
            </a:lvl4pPr>
            <a:lvl5pPr>
              <a:defRPr sz="750" b="1">
                <a:solidFill>
                  <a:srgbClr val="0F766E"/>
                </a:solidFill>
              </a:defRPr>
            </a:lvl5pPr>
            <a:lvl6pPr>
              <a:defRPr sz="750" b="1">
                <a:solidFill>
                  <a:srgbClr val="0F766E"/>
                </a:solidFill>
              </a:defRPr>
            </a:lvl6pPr>
            <a:lvl7pPr>
              <a:defRPr sz="750" b="1">
                <a:solidFill>
                  <a:srgbClr val="0F766E"/>
                </a:solidFill>
              </a:defRPr>
            </a:lvl7pPr>
            <a:lvl8pPr>
              <a:defRPr sz="750" b="1">
                <a:solidFill>
                  <a:srgbClr val="0F766E"/>
                </a:solidFill>
              </a:defRPr>
            </a:lvl8pPr>
            <a:lvl9pPr>
              <a:defRPr sz="750" b="1">
                <a:solidFill>
                  <a:srgbClr val="0F766E"/>
                </a:solidFill>
              </a:defRPr>
            </a:lvl9pPr>
          </a:lstStyle>
          <a:p xmlns:a="http://schemas.openxmlformats.org/drawingml/2006/main">
            <a:pPr>
              <a:defRPr sz="750" b="1">
                <a:solidFill>
                  <a:srgbClr val="0F766E"/>
                </a:solidFill>
              </a:defRPr>
            </a:pPr>
            <a:r>
              <a:rPr sz="750" b="1">
                <a:solidFill>
                  <a:srgbClr val="0F766E"/>
                </a:solidFill>
              </a:rPr>
              <a:t>READY</a:t>
            </a:r>
          </a:p>
        </p:txBody>
      </p:sp>
      <p:sp>
        <p:nvSpPr>
          <p:cNvPr id="9" name="">
            <a:extLst xmlns:a="http://schemas.openxmlformats.org/drawingml/2006/main">
              <a:ext uri="{FF2B5EF4-FFF2-40B4-BE49-F238E27FC236}">
                <a16:creationId xmlns:a16="http://schemas.microsoft.com/office/drawing/2014/main" id="{EA9D1426-1482-4458-A032-6EAB2E576F9E}"/>
              </a:ext>
            </a:extLst>
          </p:cNvPr>
          <p:cNvSpPr>
            <a:spLocks xmlns:a="http://schemas.openxmlformats.org/drawingml/2006/main" noGrp="1"/>
          </p:cNvSpPr>
          <p:nvPr/>
        </p:nvSpPr>
        <p:spPr>
          <a:xfrm xmlns:a="http://schemas.openxmlformats.org/drawingml/2006/main">
            <a:off x="723900" y="24669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3"/>
                </a:solidFill>
              </a:defRPr>
            </a:defPPr>
            <a:lvl1pPr>
              <a:defRPr sz="1500" b="1">
                <a:solidFill>
                  <a:srgbClr val="102A43"/>
                </a:solidFill>
              </a:defRPr>
            </a:lvl1pPr>
            <a:lvl2pPr>
              <a:defRPr sz="1500" b="1">
                <a:solidFill>
                  <a:srgbClr val="102A43"/>
                </a:solidFill>
              </a:defRPr>
            </a:lvl2pPr>
            <a:lvl3pPr>
              <a:defRPr sz="1500" b="1">
                <a:solidFill>
                  <a:srgbClr val="102A43"/>
                </a:solidFill>
              </a:defRPr>
            </a:lvl3pPr>
            <a:lvl4pPr>
              <a:defRPr sz="1500" b="1">
                <a:solidFill>
                  <a:srgbClr val="102A43"/>
                </a:solidFill>
              </a:defRPr>
            </a:lvl4pPr>
            <a:lvl5pPr>
              <a:defRPr sz="1500" b="1">
                <a:solidFill>
                  <a:srgbClr val="102A43"/>
                </a:solidFill>
              </a:defRPr>
            </a:lvl5pPr>
            <a:lvl6pPr>
              <a:defRPr sz="1500" b="1">
                <a:solidFill>
                  <a:srgbClr val="102A43"/>
                </a:solidFill>
              </a:defRPr>
            </a:lvl6pPr>
            <a:lvl7pPr>
              <a:defRPr sz="1500" b="1">
                <a:solidFill>
                  <a:srgbClr val="102A43"/>
                </a:solidFill>
              </a:defRPr>
            </a:lvl7pPr>
            <a:lvl8pPr>
              <a:defRPr sz="1500" b="1">
                <a:solidFill>
                  <a:srgbClr val="102A43"/>
                </a:solidFill>
              </a:defRPr>
            </a:lvl8pPr>
            <a:lvl9pPr>
              <a:defRPr sz="1500" b="1">
                <a:solidFill>
                  <a:srgbClr val="102A43"/>
                </a:solidFill>
              </a:defRPr>
            </a:lvl9pPr>
          </a:lstStyle>
          <a:p xmlns:a="http://schemas.openxmlformats.org/drawingml/2006/main">
            <a:pPr>
              <a:defRPr sz="1500" b="1">
                <a:solidFill>
                  <a:srgbClr val="102A43"/>
                </a:solidFill>
              </a:defRPr>
            </a:pPr>
            <a:r>
              <a:rPr sz="1500" b="1">
                <a:solidFill>
                  <a:srgbClr val="102A43"/>
                </a:solidFill>
              </a:rPr>
              <a:t>Participant materials</a:t>
            </a:r>
          </a:p>
        </p:txBody>
      </p:sp>
      <p:sp>
        <p:nvSpPr>
          <p:cNvPr id="10" name="">
            <a:extLst xmlns:a="http://schemas.openxmlformats.org/drawingml/2006/main">
              <a:ext uri="{FF2B5EF4-FFF2-40B4-BE49-F238E27FC236}">
                <a16:creationId xmlns:a16="http://schemas.microsoft.com/office/drawing/2014/main" id="{05DC705A-1AB1-47C3-97DF-2C21B5D40CC5}"/>
              </a:ext>
            </a:extLst>
          </p:cNvPr>
          <p:cNvSpPr>
            <a:spLocks xmlns:a="http://schemas.openxmlformats.org/drawingml/2006/main" noGrp="1"/>
          </p:cNvSpPr>
          <p:nvPr/>
        </p:nvSpPr>
        <p:spPr>
          <a:xfrm xmlns:a="http://schemas.openxmlformats.org/drawingml/2006/main">
            <a:off x="723900" y="3162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Online questionnaire</a:t>
            </a:r>
          </a:p>
        </p:txBody>
      </p:sp>
      <p:sp>
        <p:nvSpPr>
          <p:cNvPr id="11" name="">
            <a:extLst xmlns:a="http://schemas.openxmlformats.org/drawingml/2006/main">
              <a:ext uri="{FF2B5EF4-FFF2-40B4-BE49-F238E27FC236}">
                <a16:creationId xmlns:a16="http://schemas.microsoft.com/office/drawing/2014/main" id="{F249D7B4-8AE7-45FC-A435-2EFC2727DB12}"/>
              </a:ext>
            </a:extLst>
          </p:cNvPr>
          <p:cNvSpPr>
            <a:spLocks xmlns:a="http://schemas.openxmlformats.org/drawingml/2006/main" noGrp="1"/>
          </p:cNvSpPr>
          <p:nvPr/>
        </p:nvSpPr>
        <p:spPr>
          <a:xfrm xmlns:a="http://schemas.openxmlformats.org/drawingml/2006/main">
            <a:off x="723900" y="3524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Information sheet</a:t>
            </a:r>
          </a:p>
        </p:txBody>
      </p:sp>
      <p:sp>
        <p:nvSpPr>
          <p:cNvPr id="12" name="">
            <a:extLst xmlns:a="http://schemas.openxmlformats.org/drawingml/2006/main">
              <a:ext uri="{FF2B5EF4-FFF2-40B4-BE49-F238E27FC236}">
                <a16:creationId xmlns:a16="http://schemas.microsoft.com/office/drawing/2014/main" id="{787D2834-FCB6-45ED-931E-179EDC5F3C86}"/>
              </a:ext>
            </a:extLst>
          </p:cNvPr>
          <p:cNvSpPr>
            <a:spLocks xmlns:a="http://schemas.openxmlformats.org/drawingml/2006/main" noGrp="1"/>
          </p:cNvSpPr>
          <p:nvPr/>
        </p:nvSpPr>
        <p:spPr>
          <a:xfrm xmlns:a="http://schemas.openxmlformats.org/drawingml/2006/main">
            <a:off x="723900" y="3886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Consent form</a:t>
            </a:r>
          </a:p>
        </p:txBody>
      </p:sp>
      <p:sp>
        <p:nvSpPr>
          <p:cNvPr id="13" name="">
            <a:extLst xmlns:a="http://schemas.openxmlformats.org/drawingml/2006/main">
              <a:ext uri="{FF2B5EF4-FFF2-40B4-BE49-F238E27FC236}">
                <a16:creationId xmlns:a16="http://schemas.microsoft.com/office/drawing/2014/main" id="{5ADD4934-DB40-4BDC-AAE6-83F632B12BD3}"/>
              </a:ext>
            </a:extLst>
          </p:cNvPr>
          <p:cNvSpPr>
            <a:spLocks xmlns:a="http://schemas.openxmlformats.org/drawingml/2006/main" noGrp="1"/>
          </p:cNvSpPr>
          <p:nvPr/>
        </p:nvSpPr>
        <p:spPr>
          <a:xfrm xmlns:a="http://schemas.openxmlformats.org/drawingml/2006/main">
            <a:off x="723900" y="4248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Moderator script</a:t>
            </a:r>
          </a:p>
        </p:txBody>
      </p:sp>
      <p:sp>
        <p:nvSpPr>
          <p:cNvPr id="14" name="">
            <a:extLst xmlns:a="http://schemas.openxmlformats.org/drawingml/2006/main">
              <a:ext uri="{FF2B5EF4-FFF2-40B4-BE49-F238E27FC236}">
                <a16:creationId xmlns:a16="http://schemas.microsoft.com/office/drawing/2014/main" id="{49084546-484F-4458-93EE-BE7FA5138D53}"/>
              </a:ext>
            </a:extLst>
          </p:cNvPr>
          <p:cNvSpPr>
            <a:spLocks xmlns:a="http://schemas.openxmlformats.org/drawingml/2006/main" noGrp="1"/>
          </p:cNvSpPr>
          <p:nvPr/>
        </p:nvSpPr>
        <p:spPr>
          <a:xfrm xmlns:a="http://schemas.openxmlformats.org/drawingml/2006/main">
            <a:off x="4152900" y="1981200"/>
            <a:ext cx="3333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15" name="">
            <a:extLst xmlns:a="http://schemas.openxmlformats.org/drawingml/2006/main">
              <a:ext uri="{FF2B5EF4-FFF2-40B4-BE49-F238E27FC236}">
                <a16:creationId xmlns:a16="http://schemas.microsoft.com/office/drawing/2014/main" id="{6CC923F1-7BAF-4CD9-A659-4FFA13DBB687}"/>
              </a:ext>
            </a:extLst>
          </p:cNvPr>
          <p:cNvSpPr>
            <a:spLocks xmlns:a="http://schemas.openxmlformats.org/drawingml/2006/main" noGrp="1"/>
          </p:cNvSpPr>
          <p:nvPr/>
        </p:nvSpPr>
        <p:spPr>
          <a:xfrm xmlns:a="http://schemas.openxmlformats.org/drawingml/2006/main">
            <a:off x="4152900" y="1981200"/>
            <a:ext cx="3333750" cy="47625"/>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16" name="">
            <a:extLst xmlns:a="http://schemas.openxmlformats.org/drawingml/2006/main">
              <a:ext uri="{FF2B5EF4-FFF2-40B4-BE49-F238E27FC236}">
                <a16:creationId xmlns:a16="http://schemas.microsoft.com/office/drawing/2014/main" id="{DA9F6ABD-6432-43C4-AF9F-C5860C3D757E}"/>
              </a:ext>
            </a:extLst>
          </p:cNvPr>
          <p:cNvSpPr>
            <a:spLocks xmlns:a="http://schemas.openxmlformats.org/drawingml/2006/main" noGrp="1"/>
          </p:cNvSpPr>
          <p:nvPr/>
        </p:nvSpPr>
        <p:spPr>
          <a:xfrm xmlns:a="http://schemas.openxmlformats.org/drawingml/2006/main">
            <a:off x="4343400" y="2200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DF654B"/>
                </a:solidFill>
              </a:defRPr>
            </a:defPPr>
            <a:lvl1pPr>
              <a:defRPr sz="750" b="1">
                <a:solidFill>
                  <a:srgbClr val="DF654B"/>
                </a:solidFill>
              </a:defRPr>
            </a:lvl1pPr>
            <a:lvl2pPr>
              <a:defRPr sz="750" b="1">
                <a:solidFill>
                  <a:srgbClr val="DF654B"/>
                </a:solidFill>
              </a:defRPr>
            </a:lvl2pPr>
            <a:lvl3pPr>
              <a:defRPr sz="750" b="1">
                <a:solidFill>
                  <a:srgbClr val="DF654B"/>
                </a:solidFill>
              </a:defRPr>
            </a:lvl3pPr>
            <a:lvl4pPr>
              <a:defRPr sz="750" b="1">
                <a:solidFill>
                  <a:srgbClr val="DF654B"/>
                </a:solidFill>
              </a:defRPr>
            </a:lvl4pPr>
            <a:lvl5pPr>
              <a:defRPr sz="750" b="1">
                <a:solidFill>
                  <a:srgbClr val="DF654B"/>
                </a:solidFill>
              </a:defRPr>
            </a:lvl5pPr>
            <a:lvl6pPr>
              <a:defRPr sz="750" b="1">
                <a:solidFill>
                  <a:srgbClr val="DF654B"/>
                </a:solidFill>
              </a:defRPr>
            </a:lvl6pPr>
            <a:lvl7pPr>
              <a:defRPr sz="750" b="1">
                <a:solidFill>
                  <a:srgbClr val="DF654B"/>
                </a:solidFill>
              </a:defRPr>
            </a:lvl7pPr>
            <a:lvl8pPr>
              <a:defRPr sz="750" b="1">
                <a:solidFill>
                  <a:srgbClr val="DF654B"/>
                </a:solidFill>
              </a:defRPr>
            </a:lvl8pPr>
            <a:lvl9pPr>
              <a:defRPr sz="750" b="1">
                <a:solidFill>
                  <a:srgbClr val="DF654B"/>
                </a:solidFill>
              </a:defRPr>
            </a:lvl9pPr>
          </a:lstStyle>
          <a:p xmlns:a="http://schemas.openxmlformats.org/drawingml/2006/main">
            <a:pPr>
              <a:defRPr sz="750" b="1">
                <a:solidFill>
                  <a:srgbClr val="DF654B"/>
                </a:solidFill>
              </a:defRPr>
            </a:pPr>
            <a:r>
              <a:rPr sz="750" b="1">
                <a:solidFill>
                  <a:srgbClr val="DF654B"/>
                </a:solidFill>
              </a:rPr>
              <a:t>CHECK</a:t>
            </a:r>
          </a:p>
        </p:txBody>
      </p:sp>
      <p:sp>
        <p:nvSpPr>
          <p:cNvPr id="17" name="">
            <a:extLst xmlns:a="http://schemas.openxmlformats.org/drawingml/2006/main">
              <a:ext uri="{FF2B5EF4-FFF2-40B4-BE49-F238E27FC236}">
                <a16:creationId xmlns:a16="http://schemas.microsoft.com/office/drawing/2014/main" id="{CF3196CC-C4E9-4594-8818-5B152AAFE132}"/>
              </a:ext>
            </a:extLst>
          </p:cNvPr>
          <p:cNvSpPr>
            <a:spLocks xmlns:a="http://schemas.openxmlformats.org/drawingml/2006/main" noGrp="1"/>
          </p:cNvSpPr>
          <p:nvPr/>
        </p:nvSpPr>
        <p:spPr>
          <a:xfrm xmlns:a="http://schemas.openxmlformats.org/drawingml/2006/main">
            <a:off x="4343400" y="24669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3"/>
                </a:solidFill>
              </a:defRPr>
            </a:defPPr>
            <a:lvl1pPr>
              <a:defRPr sz="1500" b="1">
                <a:solidFill>
                  <a:srgbClr val="102A43"/>
                </a:solidFill>
              </a:defRPr>
            </a:lvl1pPr>
            <a:lvl2pPr>
              <a:defRPr sz="1500" b="1">
                <a:solidFill>
                  <a:srgbClr val="102A43"/>
                </a:solidFill>
              </a:defRPr>
            </a:lvl2pPr>
            <a:lvl3pPr>
              <a:defRPr sz="1500" b="1">
                <a:solidFill>
                  <a:srgbClr val="102A43"/>
                </a:solidFill>
              </a:defRPr>
            </a:lvl3pPr>
            <a:lvl4pPr>
              <a:defRPr sz="1500" b="1">
                <a:solidFill>
                  <a:srgbClr val="102A43"/>
                </a:solidFill>
              </a:defRPr>
            </a:lvl4pPr>
            <a:lvl5pPr>
              <a:defRPr sz="1500" b="1">
                <a:solidFill>
                  <a:srgbClr val="102A43"/>
                </a:solidFill>
              </a:defRPr>
            </a:lvl5pPr>
            <a:lvl6pPr>
              <a:defRPr sz="1500" b="1">
                <a:solidFill>
                  <a:srgbClr val="102A43"/>
                </a:solidFill>
              </a:defRPr>
            </a:lvl6pPr>
            <a:lvl7pPr>
              <a:defRPr sz="1500" b="1">
                <a:solidFill>
                  <a:srgbClr val="102A43"/>
                </a:solidFill>
              </a:defRPr>
            </a:lvl7pPr>
            <a:lvl8pPr>
              <a:defRPr sz="1500" b="1">
                <a:solidFill>
                  <a:srgbClr val="102A43"/>
                </a:solidFill>
              </a:defRPr>
            </a:lvl8pPr>
            <a:lvl9pPr>
              <a:defRPr sz="1500" b="1">
                <a:solidFill>
                  <a:srgbClr val="102A43"/>
                </a:solidFill>
              </a:defRPr>
            </a:lvl9pPr>
          </a:lstStyle>
          <a:p xmlns:a="http://schemas.openxmlformats.org/drawingml/2006/main">
            <a:pPr>
              <a:defRPr sz="1500" b="1">
                <a:solidFill>
                  <a:srgbClr val="102A43"/>
                </a:solidFill>
              </a:defRPr>
            </a:pPr>
            <a:r>
              <a:rPr sz="1500" b="1">
                <a:solidFill>
                  <a:srgbClr val="102A43"/>
                </a:solidFill>
              </a:rPr>
              <a:t>System access</a:t>
            </a:r>
          </a:p>
        </p:txBody>
      </p:sp>
      <p:sp>
        <p:nvSpPr>
          <p:cNvPr id="18" name="">
            <a:extLst xmlns:a="http://schemas.openxmlformats.org/drawingml/2006/main">
              <a:ext uri="{FF2B5EF4-FFF2-40B4-BE49-F238E27FC236}">
                <a16:creationId xmlns:a16="http://schemas.microsoft.com/office/drawing/2014/main" id="{B6345539-4CA7-48A8-AF16-D1BE75073639}"/>
              </a:ext>
            </a:extLst>
          </p:cNvPr>
          <p:cNvSpPr>
            <a:spLocks xmlns:a="http://schemas.openxmlformats.org/drawingml/2006/main" noGrp="1"/>
          </p:cNvSpPr>
          <p:nvPr/>
        </p:nvSpPr>
        <p:spPr>
          <a:xfrm xmlns:a="http://schemas.openxmlformats.org/drawingml/2006/main">
            <a:off x="4343400" y="3162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Confirm current AI version</a:t>
            </a:r>
          </a:p>
        </p:txBody>
      </p:sp>
      <p:sp>
        <p:nvSpPr>
          <p:cNvPr id="19" name="">
            <a:extLst xmlns:a="http://schemas.openxmlformats.org/drawingml/2006/main">
              <a:ext uri="{FF2B5EF4-FFF2-40B4-BE49-F238E27FC236}">
                <a16:creationId xmlns:a16="http://schemas.microsoft.com/office/drawing/2014/main" id="{88026679-0C93-408F-ACD8-69087D748D57}"/>
              </a:ext>
            </a:extLst>
          </p:cNvPr>
          <p:cNvSpPr>
            <a:spLocks xmlns:a="http://schemas.openxmlformats.org/drawingml/2006/main" noGrp="1"/>
          </p:cNvSpPr>
          <p:nvPr/>
        </p:nvSpPr>
        <p:spPr>
          <a:xfrm xmlns:a="http://schemas.openxmlformats.org/drawingml/2006/main">
            <a:off x="4343400" y="3524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Prepare test account if needed</a:t>
            </a:r>
          </a:p>
        </p:txBody>
      </p:sp>
      <p:sp>
        <p:nvSpPr>
          <p:cNvPr id="20" name="">
            <a:extLst xmlns:a="http://schemas.openxmlformats.org/drawingml/2006/main">
              <a:ext uri="{FF2B5EF4-FFF2-40B4-BE49-F238E27FC236}">
                <a16:creationId xmlns:a16="http://schemas.microsoft.com/office/drawing/2014/main" id="{4377664B-5246-4D68-A9F6-17BB263E7C57}"/>
              </a:ext>
            </a:extLst>
          </p:cNvPr>
          <p:cNvSpPr>
            <a:spLocks xmlns:a="http://schemas.openxmlformats.org/drawingml/2006/main" noGrp="1"/>
          </p:cNvSpPr>
          <p:nvPr/>
        </p:nvSpPr>
        <p:spPr>
          <a:xfrm xmlns:a="http://schemas.openxmlformats.org/drawingml/2006/main">
            <a:off x="4343400" y="3886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Prepare fallback walkthrough</a:t>
            </a:r>
          </a:p>
        </p:txBody>
      </p:sp>
      <p:sp>
        <p:nvSpPr>
          <p:cNvPr id="21" name="">
            <a:extLst xmlns:a="http://schemas.openxmlformats.org/drawingml/2006/main">
              <a:ext uri="{FF2B5EF4-FFF2-40B4-BE49-F238E27FC236}">
                <a16:creationId xmlns:a16="http://schemas.microsoft.com/office/drawing/2014/main" id="{1F189C82-FA1C-479A-9894-8E17A48431B9}"/>
              </a:ext>
            </a:extLst>
          </p:cNvPr>
          <p:cNvSpPr>
            <a:spLocks xmlns:a="http://schemas.openxmlformats.org/drawingml/2006/main" noGrp="1"/>
          </p:cNvSpPr>
          <p:nvPr/>
        </p:nvSpPr>
        <p:spPr>
          <a:xfrm xmlns:a="http://schemas.openxmlformats.org/drawingml/2006/main">
            <a:off x="7772400" y="1981200"/>
            <a:ext cx="3333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8E1"/>
            </a:solidFill>
            <a:prstDash val="solid"/>
          </a:ln>
        </p:spPr>
      </p:sp>
      <p:sp>
        <p:nvSpPr>
          <p:cNvPr id="22" name="">
            <a:extLst xmlns:a="http://schemas.openxmlformats.org/drawingml/2006/main">
              <a:ext uri="{FF2B5EF4-FFF2-40B4-BE49-F238E27FC236}">
                <a16:creationId xmlns:a16="http://schemas.microsoft.com/office/drawing/2014/main" id="{D68F7257-E631-4B34-87D4-DAE835ADEB72}"/>
              </a:ext>
            </a:extLst>
          </p:cNvPr>
          <p:cNvSpPr>
            <a:spLocks xmlns:a="http://schemas.openxmlformats.org/drawingml/2006/main" noGrp="1"/>
          </p:cNvSpPr>
          <p:nvPr/>
        </p:nvSpPr>
        <p:spPr>
          <a:xfrm xmlns:a="http://schemas.openxmlformats.org/drawingml/2006/main">
            <a:off x="7772400" y="1981200"/>
            <a:ext cx="3333750" cy="47625"/>
          </a:xfrm>
          <a:prstGeom xmlns:a="http://schemas.openxmlformats.org/drawingml/2006/main" prst="rect">
            <a:avLst/>
          </a:prstGeom>
          <a:solidFill xmlns:a="http://schemas.openxmlformats.org/drawingml/2006/main">
            <a:srgbClr val="F0C75E"/>
          </a:solidFill>
          <a:ln xmlns:a="http://schemas.openxmlformats.org/drawingml/2006/main" w="0">
            <a:solidFill>
              <a:srgbClr val="F0C75E"/>
            </a:solidFill>
            <a:prstDash val="solid"/>
          </a:ln>
        </p:spPr>
      </p:sp>
      <p:sp>
        <p:nvSpPr>
          <p:cNvPr id="23" name="">
            <a:extLst xmlns:a="http://schemas.openxmlformats.org/drawingml/2006/main">
              <a:ext uri="{FF2B5EF4-FFF2-40B4-BE49-F238E27FC236}">
                <a16:creationId xmlns:a16="http://schemas.microsoft.com/office/drawing/2014/main" id="{483ADB36-5F7C-441B-BBFE-4195025FCD6D}"/>
              </a:ext>
            </a:extLst>
          </p:cNvPr>
          <p:cNvSpPr>
            <a:spLocks xmlns:a="http://schemas.openxmlformats.org/drawingml/2006/main" noGrp="1"/>
          </p:cNvSpPr>
          <p:nvPr/>
        </p:nvSpPr>
        <p:spPr>
          <a:xfrm xmlns:a="http://schemas.openxmlformats.org/drawingml/2006/main">
            <a:off x="7962900" y="2200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F0C75E"/>
                </a:solidFill>
              </a:defRPr>
            </a:defPPr>
            <a:lvl1pPr>
              <a:defRPr sz="750" b="1">
                <a:solidFill>
                  <a:srgbClr val="F0C75E"/>
                </a:solidFill>
              </a:defRPr>
            </a:lvl1pPr>
            <a:lvl2pPr>
              <a:defRPr sz="750" b="1">
                <a:solidFill>
                  <a:srgbClr val="F0C75E"/>
                </a:solidFill>
              </a:defRPr>
            </a:lvl2pPr>
            <a:lvl3pPr>
              <a:defRPr sz="750" b="1">
                <a:solidFill>
                  <a:srgbClr val="F0C75E"/>
                </a:solidFill>
              </a:defRPr>
            </a:lvl3pPr>
            <a:lvl4pPr>
              <a:defRPr sz="750" b="1">
                <a:solidFill>
                  <a:srgbClr val="F0C75E"/>
                </a:solidFill>
              </a:defRPr>
            </a:lvl4pPr>
            <a:lvl5pPr>
              <a:defRPr sz="750" b="1">
                <a:solidFill>
                  <a:srgbClr val="F0C75E"/>
                </a:solidFill>
              </a:defRPr>
            </a:lvl5pPr>
            <a:lvl6pPr>
              <a:defRPr sz="750" b="1">
                <a:solidFill>
                  <a:srgbClr val="F0C75E"/>
                </a:solidFill>
              </a:defRPr>
            </a:lvl6pPr>
            <a:lvl7pPr>
              <a:defRPr sz="750" b="1">
                <a:solidFill>
                  <a:srgbClr val="F0C75E"/>
                </a:solidFill>
              </a:defRPr>
            </a:lvl7pPr>
            <a:lvl8pPr>
              <a:defRPr sz="750" b="1">
                <a:solidFill>
                  <a:srgbClr val="F0C75E"/>
                </a:solidFill>
              </a:defRPr>
            </a:lvl8pPr>
            <a:lvl9pPr>
              <a:defRPr sz="750" b="1">
                <a:solidFill>
                  <a:srgbClr val="F0C75E"/>
                </a:solidFill>
              </a:defRPr>
            </a:lvl9pPr>
          </a:lstStyle>
          <a:p xmlns:a="http://schemas.openxmlformats.org/drawingml/2006/main">
            <a:pPr>
              <a:defRPr sz="750" b="1">
                <a:solidFill>
                  <a:srgbClr val="F0C75E"/>
                </a:solidFill>
              </a:defRPr>
            </a:pPr>
            <a:r>
              <a:rPr sz="750" b="1">
                <a:solidFill>
                  <a:srgbClr val="F0C75E"/>
                </a:solidFill>
              </a:rPr>
              <a:t>NEXT</a:t>
            </a:r>
          </a:p>
        </p:txBody>
      </p:sp>
      <p:sp>
        <p:nvSpPr>
          <p:cNvPr id="24" name="">
            <a:extLst xmlns:a="http://schemas.openxmlformats.org/drawingml/2006/main">
              <a:ext uri="{FF2B5EF4-FFF2-40B4-BE49-F238E27FC236}">
                <a16:creationId xmlns:a16="http://schemas.microsoft.com/office/drawing/2014/main" id="{6C3920F3-0F1E-4E0A-B04A-C1DB0DBED6C8}"/>
              </a:ext>
            </a:extLst>
          </p:cNvPr>
          <p:cNvSpPr>
            <a:spLocks xmlns:a="http://schemas.openxmlformats.org/drawingml/2006/main" noGrp="1"/>
          </p:cNvSpPr>
          <p:nvPr/>
        </p:nvSpPr>
        <p:spPr>
          <a:xfrm xmlns:a="http://schemas.openxmlformats.org/drawingml/2006/main">
            <a:off x="7962900" y="24669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02A43"/>
                </a:solidFill>
              </a:defRPr>
            </a:defPPr>
            <a:lvl1pPr>
              <a:defRPr sz="1500" b="1">
                <a:solidFill>
                  <a:srgbClr val="102A43"/>
                </a:solidFill>
              </a:defRPr>
            </a:lvl1pPr>
            <a:lvl2pPr>
              <a:defRPr sz="1500" b="1">
                <a:solidFill>
                  <a:srgbClr val="102A43"/>
                </a:solidFill>
              </a:defRPr>
            </a:lvl2pPr>
            <a:lvl3pPr>
              <a:defRPr sz="1500" b="1">
                <a:solidFill>
                  <a:srgbClr val="102A43"/>
                </a:solidFill>
              </a:defRPr>
            </a:lvl3pPr>
            <a:lvl4pPr>
              <a:defRPr sz="1500" b="1">
                <a:solidFill>
                  <a:srgbClr val="102A43"/>
                </a:solidFill>
              </a:defRPr>
            </a:lvl4pPr>
            <a:lvl5pPr>
              <a:defRPr sz="1500" b="1">
                <a:solidFill>
                  <a:srgbClr val="102A43"/>
                </a:solidFill>
              </a:defRPr>
            </a:lvl5pPr>
            <a:lvl6pPr>
              <a:defRPr sz="1500" b="1">
                <a:solidFill>
                  <a:srgbClr val="102A43"/>
                </a:solidFill>
              </a:defRPr>
            </a:lvl6pPr>
            <a:lvl7pPr>
              <a:defRPr sz="1500" b="1">
                <a:solidFill>
                  <a:srgbClr val="102A43"/>
                </a:solidFill>
              </a:defRPr>
            </a:lvl7pPr>
            <a:lvl8pPr>
              <a:defRPr sz="1500" b="1">
                <a:solidFill>
                  <a:srgbClr val="102A43"/>
                </a:solidFill>
              </a:defRPr>
            </a:lvl8pPr>
            <a:lvl9pPr>
              <a:defRPr sz="1500" b="1">
                <a:solidFill>
                  <a:srgbClr val="102A43"/>
                </a:solidFill>
              </a:defRPr>
            </a:lvl9pPr>
          </a:lstStyle>
          <a:p xmlns:a="http://schemas.openxmlformats.org/drawingml/2006/main">
            <a:pPr>
              <a:defRPr sz="1500" b="1">
                <a:solidFill>
                  <a:srgbClr val="102A43"/>
                </a:solidFill>
              </a:defRPr>
            </a:pPr>
            <a:r>
              <a:rPr sz="1500" b="1">
                <a:solidFill>
                  <a:srgbClr val="102A43"/>
                </a:solidFill>
              </a:rPr>
              <a:t>Pilot and main sessions</a:t>
            </a:r>
          </a:p>
        </p:txBody>
      </p:sp>
      <p:sp>
        <p:nvSpPr>
          <p:cNvPr id="25" name="">
            <a:extLst xmlns:a="http://schemas.openxmlformats.org/drawingml/2006/main">
              <a:ext uri="{FF2B5EF4-FFF2-40B4-BE49-F238E27FC236}">
                <a16:creationId xmlns:a16="http://schemas.microsoft.com/office/drawing/2014/main" id="{44EFB944-5384-44A4-8ACA-42FEF3A3FC2C}"/>
              </a:ext>
            </a:extLst>
          </p:cNvPr>
          <p:cNvSpPr>
            <a:spLocks xmlns:a="http://schemas.openxmlformats.org/drawingml/2006/main" noGrp="1"/>
          </p:cNvSpPr>
          <p:nvPr/>
        </p:nvSpPr>
        <p:spPr>
          <a:xfrm xmlns:a="http://schemas.openxmlformats.org/drawingml/2006/main">
            <a:off x="7962900" y="3162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Pilot with two participants</a:t>
            </a:r>
          </a:p>
        </p:txBody>
      </p:sp>
      <p:sp>
        <p:nvSpPr>
          <p:cNvPr id="26" name="">
            <a:extLst xmlns:a="http://schemas.openxmlformats.org/drawingml/2006/main">
              <a:ext uri="{FF2B5EF4-FFF2-40B4-BE49-F238E27FC236}">
                <a16:creationId xmlns:a16="http://schemas.microsoft.com/office/drawing/2014/main" id="{159B257D-9C77-435E-AA6A-EC45EFCF5B94}"/>
              </a:ext>
            </a:extLst>
          </p:cNvPr>
          <p:cNvSpPr>
            <a:spLocks xmlns:a="http://schemas.openxmlformats.org/drawingml/2006/main" noGrp="1"/>
          </p:cNvSpPr>
          <p:nvPr/>
        </p:nvSpPr>
        <p:spPr>
          <a:xfrm xmlns:a="http://schemas.openxmlformats.org/drawingml/2006/main">
            <a:off x="7962900" y="3524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Revise unclear task wording</a:t>
            </a:r>
          </a:p>
        </p:txBody>
      </p:sp>
      <p:sp>
        <p:nvSpPr>
          <p:cNvPr id="27" name="">
            <a:extLst xmlns:a="http://schemas.openxmlformats.org/drawingml/2006/main">
              <a:ext uri="{FF2B5EF4-FFF2-40B4-BE49-F238E27FC236}">
                <a16:creationId xmlns:a16="http://schemas.microsoft.com/office/drawing/2014/main" id="{DEBC25DC-0E8B-45BF-B85B-5325563DAEE2}"/>
              </a:ext>
            </a:extLst>
          </p:cNvPr>
          <p:cNvSpPr>
            <a:spLocks xmlns:a="http://schemas.openxmlformats.org/drawingml/2006/main" noGrp="1"/>
          </p:cNvSpPr>
          <p:nvPr/>
        </p:nvSpPr>
        <p:spPr>
          <a:xfrm xmlns:a="http://schemas.openxmlformats.org/drawingml/2006/main">
            <a:off x="7962900" y="38862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07A8C"/>
                </a:solidFill>
              </a:defRPr>
            </a:defPPr>
            <a:lvl1pPr>
              <a:defRPr sz="1050" b="0">
                <a:solidFill>
                  <a:srgbClr val="607A8C"/>
                </a:solidFill>
              </a:defRPr>
            </a:lvl1pPr>
            <a:lvl2pPr>
              <a:defRPr sz="1050" b="0">
                <a:solidFill>
                  <a:srgbClr val="607A8C"/>
                </a:solidFill>
              </a:defRPr>
            </a:lvl2pPr>
            <a:lvl3pPr>
              <a:defRPr sz="1050" b="0">
                <a:solidFill>
                  <a:srgbClr val="607A8C"/>
                </a:solidFill>
              </a:defRPr>
            </a:lvl3pPr>
            <a:lvl4pPr>
              <a:defRPr sz="1050" b="0">
                <a:solidFill>
                  <a:srgbClr val="607A8C"/>
                </a:solidFill>
              </a:defRPr>
            </a:lvl4pPr>
            <a:lvl5pPr>
              <a:defRPr sz="1050" b="0">
                <a:solidFill>
                  <a:srgbClr val="607A8C"/>
                </a:solidFill>
              </a:defRPr>
            </a:lvl5pPr>
            <a:lvl6pPr>
              <a:defRPr sz="1050" b="0">
                <a:solidFill>
                  <a:srgbClr val="607A8C"/>
                </a:solidFill>
              </a:defRPr>
            </a:lvl6pPr>
            <a:lvl7pPr>
              <a:defRPr sz="1050" b="0">
                <a:solidFill>
                  <a:srgbClr val="607A8C"/>
                </a:solidFill>
              </a:defRPr>
            </a:lvl7pPr>
            <a:lvl8pPr>
              <a:defRPr sz="1050" b="0">
                <a:solidFill>
                  <a:srgbClr val="607A8C"/>
                </a:solidFill>
              </a:defRPr>
            </a:lvl8pPr>
            <a:lvl9pPr>
              <a:defRPr sz="1050" b="0">
                <a:solidFill>
                  <a:srgbClr val="607A8C"/>
                </a:solidFill>
              </a:defRPr>
            </a:lvl9pPr>
          </a:lstStyle>
          <a:p xmlns:a="http://schemas.openxmlformats.org/drawingml/2006/main">
            <a:pPr>
              <a:defRPr sz="1050" b="0">
                <a:solidFill>
                  <a:srgbClr val="607A8C"/>
                </a:solidFill>
              </a:defRPr>
            </a:pPr>
            <a:r>
              <a:rPr sz="1050" b="0">
                <a:solidFill>
                  <a:srgbClr val="607A8C"/>
                </a:solidFill>
              </a:rPr>
              <a:t>•  Run 12-15 sessions</a:t>
            </a:r>
          </a:p>
        </p:txBody>
      </p:sp>
      <p:sp>
        <p:nvSpPr>
          <p:cNvPr id="28" name="">
            <a:extLst xmlns:a="http://schemas.openxmlformats.org/drawingml/2006/main">
              <a:ext uri="{FF2B5EF4-FFF2-40B4-BE49-F238E27FC236}">
                <a16:creationId xmlns:a16="http://schemas.microsoft.com/office/drawing/2014/main" id="{15CCF34B-9F3B-44DA-B01E-277CB5B2B65C}"/>
              </a:ext>
            </a:extLst>
          </p:cNvPr>
          <p:cNvSpPr>
            <a:spLocks xmlns:a="http://schemas.openxmlformats.org/drawingml/2006/main" noGrp="1"/>
          </p:cNvSpPr>
          <p:nvPr/>
        </p:nvSpPr>
        <p:spPr>
          <a:xfrm xmlns:a="http://schemas.openxmlformats.org/drawingml/2006/main">
            <a:off x="533400" y="5219700"/>
            <a:ext cx="11125200" cy="628650"/>
          </a:xfrm>
          <a:prstGeom xmlns:a="http://schemas.openxmlformats.org/drawingml/2006/main" prst="rect">
            <a:avLst/>
          </a:prstGeom>
          <a:solidFill xmlns:a="http://schemas.openxmlformats.org/drawingml/2006/main">
            <a:srgbClr val="FFF3C9"/>
          </a:solidFill>
          <a:ln xmlns:a="http://schemas.openxmlformats.org/drawingml/2006/main" w="0">
            <a:solidFill>
              <a:srgbClr val="FFF3C9"/>
            </a:solidFill>
            <a:prstDash val="solid"/>
          </a:ln>
        </p:spPr>
      </p:sp>
      <p:sp>
        <p:nvSpPr>
          <p:cNvPr id="29" name="">
            <a:extLst xmlns:a="http://schemas.openxmlformats.org/drawingml/2006/main">
              <a:ext uri="{FF2B5EF4-FFF2-40B4-BE49-F238E27FC236}">
                <a16:creationId xmlns:a16="http://schemas.microsoft.com/office/drawing/2014/main" id="{9EAF2929-688E-477C-9817-A5AA3889AC71}"/>
              </a:ext>
            </a:extLst>
          </p:cNvPr>
          <p:cNvSpPr>
            <a:spLocks xmlns:a="http://schemas.openxmlformats.org/drawingml/2006/main" noGrp="1"/>
          </p:cNvSpPr>
          <p:nvPr/>
        </p:nvSpPr>
        <p:spPr>
          <a:xfrm xmlns:a="http://schemas.openxmlformats.org/drawingml/2006/main">
            <a:off x="533400" y="5219700"/>
            <a:ext cx="47625" cy="628650"/>
          </a:xfrm>
          <a:prstGeom xmlns:a="http://schemas.openxmlformats.org/drawingml/2006/main" prst="rect">
            <a:avLst/>
          </a:prstGeom>
          <a:solidFill xmlns:a="http://schemas.openxmlformats.org/drawingml/2006/main">
            <a:srgbClr val="F0C75E"/>
          </a:solidFill>
          <a:ln xmlns:a="http://schemas.openxmlformats.org/drawingml/2006/main" w="0">
            <a:solidFill>
              <a:srgbClr val="F0C75E"/>
            </a:solidFill>
            <a:prstDash val="solid"/>
          </a:ln>
        </p:spPr>
      </p:sp>
      <p:sp>
        <p:nvSpPr>
          <p:cNvPr id="30" name="">
            <a:extLst xmlns:a="http://schemas.openxmlformats.org/drawingml/2006/main">
              <a:ext uri="{FF2B5EF4-FFF2-40B4-BE49-F238E27FC236}">
                <a16:creationId xmlns:a16="http://schemas.microsoft.com/office/drawing/2014/main" id="{07678532-4798-4B90-87C1-6F62CE0933D2}"/>
              </a:ext>
            </a:extLst>
          </p:cNvPr>
          <p:cNvSpPr>
            <a:spLocks xmlns:a="http://schemas.openxmlformats.org/drawingml/2006/main" noGrp="1"/>
          </p:cNvSpPr>
          <p:nvPr/>
        </p:nvSpPr>
        <p:spPr>
          <a:xfrm xmlns:a="http://schemas.openxmlformats.org/drawingml/2006/main">
            <a:off x="781050" y="5410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1">
                <a:solidFill>
                  <a:srgbClr val="DF654B"/>
                </a:solidFill>
              </a:defRPr>
            </a:defPPr>
            <a:lvl1pPr>
              <a:defRPr sz="750" b="1">
                <a:solidFill>
                  <a:srgbClr val="DF654B"/>
                </a:solidFill>
              </a:defRPr>
            </a:lvl1pPr>
            <a:lvl2pPr>
              <a:defRPr sz="750" b="1">
                <a:solidFill>
                  <a:srgbClr val="DF654B"/>
                </a:solidFill>
              </a:defRPr>
            </a:lvl2pPr>
            <a:lvl3pPr>
              <a:defRPr sz="750" b="1">
                <a:solidFill>
                  <a:srgbClr val="DF654B"/>
                </a:solidFill>
              </a:defRPr>
            </a:lvl3pPr>
            <a:lvl4pPr>
              <a:defRPr sz="750" b="1">
                <a:solidFill>
                  <a:srgbClr val="DF654B"/>
                </a:solidFill>
              </a:defRPr>
            </a:lvl4pPr>
            <a:lvl5pPr>
              <a:defRPr sz="750" b="1">
                <a:solidFill>
                  <a:srgbClr val="DF654B"/>
                </a:solidFill>
              </a:defRPr>
            </a:lvl5pPr>
            <a:lvl6pPr>
              <a:defRPr sz="750" b="1">
                <a:solidFill>
                  <a:srgbClr val="DF654B"/>
                </a:solidFill>
              </a:defRPr>
            </a:lvl6pPr>
            <a:lvl7pPr>
              <a:defRPr sz="750" b="1">
                <a:solidFill>
                  <a:srgbClr val="DF654B"/>
                </a:solidFill>
              </a:defRPr>
            </a:lvl7pPr>
            <a:lvl8pPr>
              <a:defRPr sz="750" b="1">
                <a:solidFill>
                  <a:srgbClr val="DF654B"/>
                </a:solidFill>
              </a:defRPr>
            </a:lvl8pPr>
            <a:lvl9pPr>
              <a:defRPr sz="750" b="1">
                <a:solidFill>
                  <a:srgbClr val="DF654B"/>
                </a:solidFill>
              </a:defRPr>
            </a:lvl9pPr>
          </a:lstStyle>
          <a:p xmlns:a="http://schemas.openxmlformats.org/drawingml/2006/main">
            <a:pPr>
              <a:defRPr sz="750" b="1">
                <a:solidFill>
                  <a:srgbClr val="DF654B"/>
                </a:solidFill>
              </a:defRPr>
            </a:pPr>
            <a:r>
              <a:rPr sz="750" b="1">
                <a:solidFill>
                  <a:srgbClr val="DF654B"/>
                </a:solidFill>
              </a:rPr>
              <a:t>DATA STATUS</a:t>
            </a:r>
          </a:p>
        </p:txBody>
      </p:sp>
      <p:sp>
        <p:nvSpPr>
          <p:cNvPr id="31" name="">
            <a:extLst xmlns:a="http://schemas.openxmlformats.org/drawingml/2006/main">
              <a:ext uri="{FF2B5EF4-FFF2-40B4-BE49-F238E27FC236}">
                <a16:creationId xmlns:a16="http://schemas.microsoft.com/office/drawing/2014/main" id="{EA285071-E0E3-44AE-B24C-1CB78735F2EF}"/>
              </a:ext>
            </a:extLst>
          </p:cNvPr>
          <p:cNvSpPr>
            <a:spLocks xmlns:a="http://schemas.openxmlformats.org/drawingml/2006/main" noGrp="1"/>
          </p:cNvSpPr>
          <p:nvPr/>
        </p:nvSpPr>
        <p:spPr>
          <a:xfrm xmlns:a="http://schemas.openxmlformats.org/drawingml/2006/main">
            <a:off x="2000250" y="5353050"/>
            <a:ext cx="9286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02A43"/>
                </a:solidFill>
              </a:defRPr>
            </a:defPPr>
            <a:lvl1pPr>
              <a:defRPr sz="1125" b="0">
                <a:solidFill>
                  <a:srgbClr val="102A43"/>
                </a:solidFill>
              </a:defRPr>
            </a:lvl1pPr>
            <a:lvl2pPr>
              <a:defRPr sz="1125" b="0">
                <a:solidFill>
                  <a:srgbClr val="102A43"/>
                </a:solidFill>
              </a:defRPr>
            </a:lvl2pPr>
            <a:lvl3pPr>
              <a:defRPr sz="1125" b="0">
                <a:solidFill>
                  <a:srgbClr val="102A43"/>
                </a:solidFill>
              </a:defRPr>
            </a:lvl3pPr>
            <a:lvl4pPr>
              <a:defRPr sz="1125" b="0">
                <a:solidFill>
                  <a:srgbClr val="102A43"/>
                </a:solidFill>
              </a:defRPr>
            </a:lvl4pPr>
            <a:lvl5pPr>
              <a:defRPr sz="1125" b="0">
                <a:solidFill>
                  <a:srgbClr val="102A43"/>
                </a:solidFill>
              </a:defRPr>
            </a:lvl5pPr>
            <a:lvl6pPr>
              <a:defRPr sz="1125" b="0">
                <a:solidFill>
                  <a:srgbClr val="102A43"/>
                </a:solidFill>
              </a:defRPr>
            </a:lvl6pPr>
            <a:lvl7pPr>
              <a:defRPr sz="1125" b="0">
                <a:solidFill>
                  <a:srgbClr val="102A43"/>
                </a:solidFill>
              </a:defRPr>
            </a:lvl7pPr>
            <a:lvl8pPr>
              <a:defRPr sz="1125" b="0">
                <a:solidFill>
                  <a:srgbClr val="102A43"/>
                </a:solidFill>
              </a:defRPr>
            </a:lvl8pPr>
            <a:lvl9pPr>
              <a:defRPr sz="1125" b="0">
                <a:solidFill>
                  <a:srgbClr val="102A43"/>
                </a:solidFill>
              </a:defRPr>
            </a:lvl9pPr>
          </a:lstStyle>
          <a:p xmlns:a="http://schemas.openxmlformats.org/drawingml/2006/main">
            <a:pPr>
              <a:defRPr sz="1125" b="0">
                <a:solidFill>
                  <a:srgbClr val="102A43"/>
                </a:solidFill>
              </a:defRPr>
            </a:pPr>
            <a:r>
              <a:rPr sz="1125" b="0">
                <a:solidFill>
                  <a:srgbClr val="102A43"/>
                </a:solidFill>
              </a:rPr>
              <a:t>No participant data yet. We present the design and implementation plan, not invented findings.</a:t>
            </a:r>
          </a:p>
        </p:txBody>
      </p:sp>
    </p:spTree>
    <p:extLst>
      <p:ext uri="{BB962C8B-B14F-4D97-AF65-F5344CB8AC3E}">
        <p14:creationId xmlns:p14="http://schemas.microsoft.com/office/powerpoint/2010/main" val="1818835958"/>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6F465B5-F92A-44FD-9708-C73EFD9053E4}"/>
              </a:ext>
            </a:extLst>
          </p:cNvPr>
          <p:cNvSpPr>
            <a:spLocks xmlns:a="http://schemas.openxmlformats.org/drawingml/2006/main" noGrp="1"/>
          </p:cNvSpPr>
          <p:nvPr/>
        </p:nvSpPr>
        <p:spPr>
          <a:xfrm xmlns:a="http://schemas.openxmlformats.org/drawingml/2006/main">
            <a:off x="533400" y="457200"/>
            <a:ext cx="342900" cy="38100"/>
          </a:xfrm>
          <a:prstGeom xmlns:a="http://schemas.openxmlformats.org/drawingml/2006/main" prst="rect">
            <a:avLst/>
          </a:prstGeom>
          <a:solidFill xmlns:a="http://schemas.openxmlformats.org/drawingml/2006/main">
            <a:srgbClr val="DF654B"/>
          </a:solidFill>
          <a:ln xmlns:a="http://schemas.openxmlformats.org/drawingml/2006/main" w="0">
            <a:solidFill>
              <a:srgbClr val="DF654B"/>
            </a:solidFill>
            <a:prstDash val="solid"/>
          </a:ln>
        </p:spPr>
      </p:sp>
      <p:sp>
        <p:nvSpPr>
          <p:cNvPr id="2" name="">
            <a:extLst xmlns:a="http://schemas.openxmlformats.org/drawingml/2006/main">
              <a:ext uri="{FF2B5EF4-FFF2-40B4-BE49-F238E27FC236}">
                <a16:creationId xmlns:a16="http://schemas.microsoft.com/office/drawing/2014/main" id="{EF682540-6D76-4DD5-8977-0AA93E54536E}"/>
              </a:ext>
            </a:extLst>
          </p:cNvPr>
          <p:cNvSpPr>
            <a:spLocks xmlns:a="http://schemas.openxmlformats.org/drawingml/2006/main" noGrp="1"/>
          </p:cNvSpPr>
          <p:nvPr/>
        </p:nvSpPr>
        <p:spPr>
          <a:xfrm xmlns:a="http://schemas.openxmlformats.org/drawingml/2006/main">
            <a:off x="990600" y="35242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0F766E"/>
                </a:solidFill>
              </a:defRPr>
            </a:defPPr>
            <a:lvl1pPr>
              <a:defRPr sz="825" b="1">
                <a:solidFill>
                  <a:srgbClr val="0F766E"/>
                </a:solidFill>
              </a:defRPr>
            </a:lvl1pPr>
            <a:lvl2pPr>
              <a:defRPr sz="825" b="1">
                <a:solidFill>
                  <a:srgbClr val="0F766E"/>
                </a:solidFill>
              </a:defRPr>
            </a:lvl2pPr>
            <a:lvl3pPr>
              <a:defRPr sz="825" b="1">
                <a:solidFill>
                  <a:srgbClr val="0F766E"/>
                </a:solidFill>
              </a:defRPr>
            </a:lvl3pPr>
            <a:lvl4pPr>
              <a:defRPr sz="825" b="1">
                <a:solidFill>
                  <a:srgbClr val="0F766E"/>
                </a:solidFill>
              </a:defRPr>
            </a:lvl4pPr>
            <a:lvl5pPr>
              <a:defRPr sz="825" b="1">
                <a:solidFill>
                  <a:srgbClr val="0F766E"/>
                </a:solidFill>
              </a:defRPr>
            </a:lvl5pPr>
            <a:lvl6pPr>
              <a:defRPr sz="825" b="1">
                <a:solidFill>
                  <a:srgbClr val="0F766E"/>
                </a:solidFill>
              </a:defRPr>
            </a:lvl6pPr>
            <a:lvl7pPr>
              <a:defRPr sz="825" b="1">
                <a:solidFill>
                  <a:srgbClr val="0F766E"/>
                </a:solidFill>
              </a:defRPr>
            </a:lvl7pPr>
            <a:lvl8pPr>
              <a:defRPr sz="825" b="1">
                <a:solidFill>
                  <a:srgbClr val="0F766E"/>
                </a:solidFill>
              </a:defRPr>
            </a:lvl8pPr>
            <a:lvl9pPr>
              <a:defRPr sz="825" b="1">
                <a:solidFill>
                  <a:srgbClr val="0F766E"/>
                </a:solidFill>
              </a:defRPr>
            </a:lvl9pPr>
          </a:lstStyle>
          <a:p xmlns:a="http://schemas.openxmlformats.org/drawingml/2006/main">
            <a:pPr>
              <a:defRPr sz="825" b="1">
                <a:solidFill>
                  <a:srgbClr val="0F766E"/>
                </a:solidFill>
              </a:defRPr>
            </a:pPr>
            <a:r>
              <a:rPr sz="825" b="1">
                <a:solidFill>
                  <a:srgbClr val="0F766E"/>
                </a:solidFill>
              </a:rPr>
              <a:t>EXPECTED VALUE</a:t>
            </a:r>
          </a:p>
        </p:txBody>
      </p:sp>
      <p:sp>
        <p:nvSpPr>
          <p:cNvPr id="3" name="">
            <a:extLst xmlns:a="http://schemas.openxmlformats.org/drawingml/2006/main">
              <a:ext uri="{FF2B5EF4-FFF2-40B4-BE49-F238E27FC236}">
                <a16:creationId xmlns:a16="http://schemas.microsoft.com/office/drawing/2014/main" id="{2183D2F5-1C08-432B-8CF1-55D95C330FBA}"/>
              </a:ext>
            </a:extLst>
          </p:cNvPr>
          <p:cNvSpPr>
            <a:spLocks xmlns:a="http://schemas.openxmlformats.org/drawingml/2006/main" noGrp="1"/>
          </p:cNvSpPr>
          <p:nvPr/>
        </p:nvSpPr>
        <p:spPr>
          <a:xfrm xmlns:a="http://schemas.openxmlformats.org/drawingml/2006/main">
            <a:off x="533400" y="895350"/>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02A43"/>
                </a:solidFill>
              </a:defRPr>
            </a:defPPr>
            <a:lvl1pPr>
              <a:defRPr sz="2700" b="1">
                <a:solidFill>
                  <a:srgbClr val="102A43"/>
                </a:solidFill>
              </a:defRPr>
            </a:lvl1pPr>
            <a:lvl2pPr>
              <a:defRPr sz="2700" b="1">
                <a:solidFill>
                  <a:srgbClr val="102A43"/>
                </a:solidFill>
              </a:defRPr>
            </a:lvl2pPr>
            <a:lvl3pPr>
              <a:defRPr sz="2700" b="1">
                <a:solidFill>
                  <a:srgbClr val="102A43"/>
                </a:solidFill>
              </a:defRPr>
            </a:lvl3pPr>
            <a:lvl4pPr>
              <a:defRPr sz="2700" b="1">
                <a:solidFill>
                  <a:srgbClr val="102A43"/>
                </a:solidFill>
              </a:defRPr>
            </a:lvl4pPr>
            <a:lvl5pPr>
              <a:defRPr sz="2700" b="1">
                <a:solidFill>
                  <a:srgbClr val="102A43"/>
                </a:solidFill>
              </a:defRPr>
            </a:lvl5pPr>
            <a:lvl6pPr>
              <a:defRPr sz="2700" b="1">
                <a:solidFill>
                  <a:srgbClr val="102A43"/>
                </a:solidFill>
              </a:defRPr>
            </a:lvl6pPr>
            <a:lvl7pPr>
              <a:defRPr sz="2700" b="1">
                <a:solidFill>
                  <a:srgbClr val="102A43"/>
                </a:solidFill>
              </a:defRPr>
            </a:lvl7pPr>
            <a:lvl8pPr>
              <a:defRPr sz="2700" b="1">
                <a:solidFill>
                  <a:srgbClr val="102A43"/>
                </a:solidFill>
              </a:defRPr>
            </a:lvl8pPr>
            <a:lvl9pPr>
              <a:defRPr sz="2700" b="1">
                <a:solidFill>
                  <a:srgbClr val="102A43"/>
                </a:solidFill>
              </a:defRPr>
            </a:lvl9pPr>
          </a:lstStyle>
          <a:p xmlns:a="http://schemas.openxmlformats.org/drawingml/2006/main">
            <a:pPr>
              <a:defRPr sz="2700" b="1">
                <a:solidFill>
                  <a:srgbClr val="102A43"/>
                </a:solidFill>
              </a:defRPr>
            </a:pPr>
            <a:r>
              <a:rPr sz="2700" b="1">
                <a:solidFill>
                  <a:srgbClr val="102A43"/>
                </a:solidFill>
              </a:rPr>
              <a:t>The output is a concrete usability diagnosis</a:t>
            </a:r>
          </a:p>
        </p:txBody>
      </p:sp>
      <p:sp>
        <p:nvSpPr>
          <p:cNvPr id="4" name="">
            <a:extLst xmlns:a="http://schemas.openxmlformats.org/drawingml/2006/main">
              <a:ext uri="{FF2B5EF4-FFF2-40B4-BE49-F238E27FC236}">
                <a16:creationId xmlns:a16="http://schemas.microsoft.com/office/drawing/2014/main" id="{8F3F9798-C2A3-4230-86A1-BCCDC3913A0A}"/>
              </a:ext>
            </a:extLst>
          </p:cNvPr>
          <p:cNvSpPr>
            <a:spLocks xmlns:a="http://schemas.openxmlformats.org/drawingml/2006/main" noGrp="1"/>
          </p:cNvSpPr>
          <p:nvPr/>
        </p:nvSpPr>
        <p:spPr>
          <a:xfrm xmlns:a="http://schemas.openxmlformats.org/drawingml/2006/main">
            <a:off x="533400" y="6543675"/>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1">
                <a:solidFill>
                  <a:srgbClr val="607A8C"/>
                </a:solidFill>
              </a:defRPr>
            </a:defPPr>
            <a:lvl1pPr>
              <a:defRPr sz="675" b="1">
                <a:solidFill>
                  <a:srgbClr val="607A8C"/>
                </a:solidFill>
              </a:defRPr>
            </a:lvl1pPr>
            <a:lvl2pPr>
              <a:defRPr sz="675" b="1">
                <a:solidFill>
                  <a:srgbClr val="607A8C"/>
                </a:solidFill>
              </a:defRPr>
            </a:lvl2pPr>
            <a:lvl3pPr>
              <a:defRPr sz="675" b="1">
                <a:solidFill>
                  <a:srgbClr val="607A8C"/>
                </a:solidFill>
              </a:defRPr>
            </a:lvl3pPr>
            <a:lvl4pPr>
              <a:defRPr sz="675" b="1">
                <a:solidFill>
                  <a:srgbClr val="607A8C"/>
                </a:solidFill>
              </a:defRPr>
            </a:lvl4pPr>
            <a:lvl5pPr>
              <a:defRPr sz="675" b="1">
                <a:solidFill>
                  <a:srgbClr val="607A8C"/>
                </a:solidFill>
              </a:defRPr>
            </a:lvl5pPr>
            <a:lvl6pPr>
              <a:defRPr sz="675" b="1">
                <a:solidFill>
                  <a:srgbClr val="607A8C"/>
                </a:solidFill>
              </a:defRPr>
            </a:lvl6pPr>
            <a:lvl7pPr>
              <a:defRPr sz="675" b="1">
                <a:solidFill>
                  <a:srgbClr val="607A8C"/>
                </a:solidFill>
              </a:defRPr>
            </a:lvl7pPr>
            <a:lvl8pPr>
              <a:defRPr sz="675" b="1">
                <a:solidFill>
                  <a:srgbClr val="607A8C"/>
                </a:solidFill>
              </a:defRPr>
            </a:lvl8pPr>
            <a:lvl9pPr>
              <a:defRPr sz="675" b="1">
                <a:solidFill>
                  <a:srgbClr val="607A8C"/>
                </a:solidFill>
              </a:defRPr>
            </a:lvl9pPr>
          </a:lstStyle>
          <a:p xmlns:a="http://schemas.openxmlformats.org/drawingml/2006/main">
            <a:pPr>
              <a:defRPr sz="675" b="1">
                <a:solidFill>
                  <a:srgbClr val="607A8C"/>
                </a:solidFill>
              </a:defRPr>
            </a:pPr>
            <a:r>
              <a:rPr sz="675" b="1">
                <a:solidFill>
                  <a:srgbClr val="607A8C"/>
                </a:solidFill>
              </a:rPr>
              <a:t>GROUP H  /  ADS401 PRESENTATION 2</a:t>
            </a:r>
          </a:p>
        </p:txBody>
      </p:sp>
      <p:sp>
        <p:nvSpPr>
          <p:cNvPr id="5" name="">
            <a:extLst xmlns:a="http://schemas.openxmlformats.org/drawingml/2006/main">
              <a:ext uri="{FF2B5EF4-FFF2-40B4-BE49-F238E27FC236}">
                <a16:creationId xmlns:a16="http://schemas.microsoft.com/office/drawing/2014/main" id="{41A2AD0F-8DC8-41C3-94D1-9D7ED71259E1}"/>
              </a:ext>
            </a:extLst>
          </p:cNvPr>
          <p:cNvSpPr>
            <a:spLocks xmlns:a="http://schemas.openxmlformats.org/drawingml/2006/main" noGrp="1"/>
          </p:cNvSpPr>
          <p:nvPr/>
        </p:nvSpPr>
        <p:spPr>
          <a:xfrm xmlns:a="http://schemas.openxmlformats.org/drawingml/2006/main">
            <a:off x="10810875" y="6543675"/>
            <a:ext cx="762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75" b="0">
                <a:solidFill>
                  <a:srgbClr val="607A8C"/>
                </a:solidFill>
              </a:defRPr>
            </a:defPPr>
            <a:lvl1pPr>
              <a:defRPr sz="675" b="0">
                <a:solidFill>
                  <a:srgbClr val="607A8C"/>
                </a:solidFill>
              </a:defRPr>
            </a:lvl1pPr>
            <a:lvl2pPr>
              <a:defRPr sz="675" b="0">
                <a:solidFill>
                  <a:srgbClr val="607A8C"/>
                </a:solidFill>
              </a:defRPr>
            </a:lvl2pPr>
            <a:lvl3pPr>
              <a:defRPr sz="675" b="0">
                <a:solidFill>
                  <a:srgbClr val="607A8C"/>
                </a:solidFill>
              </a:defRPr>
            </a:lvl3pPr>
            <a:lvl4pPr>
              <a:defRPr sz="675" b="0">
                <a:solidFill>
                  <a:srgbClr val="607A8C"/>
                </a:solidFill>
              </a:defRPr>
            </a:lvl4pPr>
            <a:lvl5pPr>
              <a:defRPr sz="675" b="0">
                <a:solidFill>
                  <a:srgbClr val="607A8C"/>
                </a:solidFill>
              </a:defRPr>
            </a:lvl5pPr>
            <a:lvl6pPr>
              <a:defRPr sz="675" b="0">
                <a:solidFill>
                  <a:srgbClr val="607A8C"/>
                </a:solidFill>
              </a:defRPr>
            </a:lvl6pPr>
            <a:lvl7pPr>
              <a:defRPr sz="675" b="0">
                <a:solidFill>
                  <a:srgbClr val="607A8C"/>
                </a:solidFill>
              </a:defRPr>
            </a:lvl7pPr>
            <a:lvl8pPr>
              <a:defRPr sz="675" b="0">
                <a:solidFill>
                  <a:srgbClr val="607A8C"/>
                </a:solidFill>
              </a:defRPr>
            </a:lvl8pPr>
            <a:lvl9pPr>
              <a:defRPr sz="675" b="0">
                <a:solidFill>
                  <a:srgbClr val="607A8C"/>
                </a:solidFill>
              </a:defRPr>
            </a:lvl9pPr>
          </a:lstStyle>
          <a:p xmlns:a="http://schemas.openxmlformats.org/drawingml/2006/main">
            <a:pPr>
              <a:defRPr sz="675" b="0">
                <a:solidFill>
                  <a:srgbClr val="607A8C"/>
                </a:solidFill>
              </a:defRPr>
            </a:pPr>
            <a:r>
              <a:rPr sz="675" b="0">
                <a:solidFill>
                  <a:srgbClr val="607A8C"/>
                </a:solidFill>
              </a:rPr>
              <a:t>7 / 7</a:t>
            </a:r>
          </a:p>
        </p:txBody>
      </p:sp>
      <p:sp>
        <p:nvSpPr>
          <p:cNvPr id="6" name="">
            <a:extLst xmlns:a="http://schemas.openxmlformats.org/drawingml/2006/main">
              <a:ext uri="{FF2B5EF4-FFF2-40B4-BE49-F238E27FC236}">
                <a16:creationId xmlns:a16="http://schemas.microsoft.com/office/drawing/2014/main" id="{5D428B62-1E2F-4A87-881A-371B8D07C989}"/>
              </a:ext>
            </a:extLst>
          </p:cNvPr>
          <p:cNvSpPr>
            <a:spLocks xmlns:a="http://schemas.openxmlformats.org/drawingml/2006/main" noGrp="1"/>
          </p:cNvSpPr>
          <p:nvPr/>
        </p:nvSpPr>
        <p:spPr>
          <a:xfrm xmlns:a="http://schemas.openxmlformats.org/drawingml/2006/main">
            <a:off x="533400" y="1962150"/>
            <a:ext cx="6286500" cy="9525"/>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7" name="">
            <a:extLst xmlns:a="http://schemas.openxmlformats.org/drawingml/2006/main">
              <a:ext uri="{FF2B5EF4-FFF2-40B4-BE49-F238E27FC236}">
                <a16:creationId xmlns:a16="http://schemas.microsoft.com/office/drawing/2014/main" id="{A794F860-622C-43A2-A87A-4391EFFB07AF}"/>
              </a:ext>
            </a:extLst>
          </p:cNvPr>
          <p:cNvSpPr>
            <a:spLocks xmlns:a="http://schemas.openxmlformats.org/drawingml/2006/main" noGrp="1"/>
          </p:cNvSpPr>
          <p:nvPr/>
        </p:nvSpPr>
        <p:spPr>
          <a:xfrm xmlns:a="http://schemas.openxmlformats.org/drawingml/2006/main">
            <a:off x="533400" y="21526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F654B"/>
                </a:solidFill>
              </a:defRPr>
            </a:defPPr>
            <a:lvl1pPr>
              <a:defRPr sz="1050" b="1">
                <a:solidFill>
                  <a:srgbClr val="DF654B"/>
                </a:solidFill>
              </a:defRPr>
            </a:lvl1pPr>
            <a:lvl2pPr>
              <a:defRPr sz="1050" b="1">
                <a:solidFill>
                  <a:srgbClr val="DF654B"/>
                </a:solidFill>
              </a:defRPr>
            </a:lvl2pPr>
            <a:lvl3pPr>
              <a:defRPr sz="1050" b="1">
                <a:solidFill>
                  <a:srgbClr val="DF654B"/>
                </a:solidFill>
              </a:defRPr>
            </a:lvl3pPr>
            <a:lvl4pPr>
              <a:defRPr sz="1050" b="1">
                <a:solidFill>
                  <a:srgbClr val="DF654B"/>
                </a:solidFill>
              </a:defRPr>
            </a:lvl4pPr>
            <a:lvl5pPr>
              <a:defRPr sz="1050" b="1">
                <a:solidFill>
                  <a:srgbClr val="DF654B"/>
                </a:solidFill>
              </a:defRPr>
            </a:lvl5pPr>
            <a:lvl6pPr>
              <a:defRPr sz="1050" b="1">
                <a:solidFill>
                  <a:srgbClr val="DF654B"/>
                </a:solidFill>
              </a:defRPr>
            </a:lvl6pPr>
            <a:lvl7pPr>
              <a:defRPr sz="1050" b="1">
                <a:solidFill>
                  <a:srgbClr val="DF654B"/>
                </a:solidFill>
              </a:defRPr>
            </a:lvl7pPr>
            <a:lvl8pPr>
              <a:defRPr sz="1050" b="1">
                <a:solidFill>
                  <a:srgbClr val="DF654B"/>
                </a:solidFill>
              </a:defRPr>
            </a:lvl8pPr>
            <a:lvl9pPr>
              <a:defRPr sz="1050" b="1">
                <a:solidFill>
                  <a:srgbClr val="DF654B"/>
                </a:solidFill>
              </a:defRPr>
            </a:lvl9pPr>
          </a:lstStyle>
          <a:p xmlns:a="http://schemas.openxmlformats.org/drawingml/2006/main">
            <a:pPr>
              <a:defRPr sz="1050" b="1">
                <a:solidFill>
                  <a:srgbClr val="DF654B"/>
                </a:solidFill>
              </a:defRPr>
            </a:pPr>
            <a:r>
              <a:rPr sz="1050" b="1">
                <a:solidFill>
                  <a:srgbClr val="DF654B"/>
                </a:solidFill>
              </a:rPr>
              <a:t>01</a:t>
            </a:r>
          </a:p>
        </p:txBody>
      </p:sp>
      <p:sp>
        <p:nvSpPr>
          <p:cNvPr id="8" name="">
            <a:extLst xmlns:a="http://schemas.openxmlformats.org/drawingml/2006/main">
              <a:ext uri="{FF2B5EF4-FFF2-40B4-BE49-F238E27FC236}">
                <a16:creationId xmlns:a16="http://schemas.microsoft.com/office/drawing/2014/main" id="{AEEC5C8C-40B7-4010-BB66-2D3D3F854BDA}"/>
              </a:ext>
            </a:extLst>
          </p:cNvPr>
          <p:cNvSpPr>
            <a:spLocks xmlns:a="http://schemas.openxmlformats.org/drawingml/2006/main" noGrp="1"/>
          </p:cNvSpPr>
          <p:nvPr/>
        </p:nvSpPr>
        <p:spPr>
          <a:xfrm xmlns:a="http://schemas.openxmlformats.org/drawingml/2006/main">
            <a:off x="1047750" y="2114550"/>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Task success profile for start, ask, navigate, and recovery.</a:t>
            </a:r>
          </a:p>
        </p:txBody>
      </p:sp>
      <p:sp>
        <p:nvSpPr>
          <p:cNvPr id="9" name="">
            <a:extLst xmlns:a="http://schemas.openxmlformats.org/drawingml/2006/main">
              <a:ext uri="{FF2B5EF4-FFF2-40B4-BE49-F238E27FC236}">
                <a16:creationId xmlns:a16="http://schemas.microsoft.com/office/drawing/2014/main" id="{ADAE899D-A50D-4E22-87E2-BC413A487409}"/>
              </a:ext>
            </a:extLst>
          </p:cNvPr>
          <p:cNvSpPr>
            <a:spLocks xmlns:a="http://schemas.openxmlformats.org/drawingml/2006/main" noGrp="1"/>
          </p:cNvSpPr>
          <p:nvPr/>
        </p:nvSpPr>
        <p:spPr>
          <a:xfrm xmlns:a="http://schemas.openxmlformats.org/drawingml/2006/main">
            <a:off x="533400" y="2857500"/>
            <a:ext cx="6286500" cy="9525"/>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10" name="">
            <a:extLst xmlns:a="http://schemas.openxmlformats.org/drawingml/2006/main">
              <a:ext uri="{FF2B5EF4-FFF2-40B4-BE49-F238E27FC236}">
                <a16:creationId xmlns:a16="http://schemas.microsoft.com/office/drawing/2014/main" id="{E6E48DC0-33CF-4E39-8517-0C04B05A12E0}"/>
              </a:ext>
            </a:extLst>
          </p:cNvPr>
          <p:cNvSpPr>
            <a:spLocks xmlns:a="http://schemas.openxmlformats.org/drawingml/2006/main" noGrp="1"/>
          </p:cNvSpPr>
          <p:nvPr/>
        </p:nvSpPr>
        <p:spPr>
          <a:xfrm xmlns:a="http://schemas.openxmlformats.org/drawingml/2006/main">
            <a:off x="533400" y="30480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F654B"/>
                </a:solidFill>
              </a:defRPr>
            </a:defPPr>
            <a:lvl1pPr>
              <a:defRPr sz="1050" b="1">
                <a:solidFill>
                  <a:srgbClr val="DF654B"/>
                </a:solidFill>
              </a:defRPr>
            </a:lvl1pPr>
            <a:lvl2pPr>
              <a:defRPr sz="1050" b="1">
                <a:solidFill>
                  <a:srgbClr val="DF654B"/>
                </a:solidFill>
              </a:defRPr>
            </a:lvl2pPr>
            <a:lvl3pPr>
              <a:defRPr sz="1050" b="1">
                <a:solidFill>
                  <a:srgbClr val="DF654B"/>
                </a:solidFill>
              </a:defRPr>
            </a:lvl3pPr>
            <a:lvl4pPr>
              <a:defRPr sz="1050" b="1">
                <a:solidFill>
                  <a:srgbClr val="DF654B"/>
                </a:solidFill>
              </a:defRPr>
            </a:lvl4pPr>
            <a:lvl5pPr>
              <a:defRPr sz="1050" b="1">
                <a:solidFill>
                  <a:srgbClr val="DF654B"/>
                </a:solidFill>
              </a:defRPr>
            </a:lvl5pPr>
            <a:lvl6pPr>
              <a:defRPr sz="1050" b="1">
                <a:solidFill>
                  <a:srgbClr val="DF654B"/>
                </a:solidFill>
              </a:defRPr>
            </a:lvl6pPr>
            <a:lvl7pPr>
              <a:defRPr sz="1050" b="1">
                <a:solidFill>
                  <a:srgbClr val="DF654B"/>
                </a:solidFill>
              </a:defRPr>
            </a:lvl7pPr>
            <a:lvl8pPr>
              <a:defRPr sz="1050" b="1">
                <a:solidFill>
                  <a:srgbClr val="DF654B"/>
                </a:solidFill>
              </a:defRPr>
            </a:lvl8pPr>
            <a:lvl9pPr>
              <a:defRPr sz="1050" b="1">
                <a:solidFill>
                  <a:srgbClr val="DF654B"/>
                </a:solidFill>
              </a:defRPr>
            </a:lvl9pPr>
          </a:lstStyle>
          <a:p xmlns:a="http://schemas.openxmlformats.org/drawingml/2006/main">
            <a:pPr>
              <a:defRPr sz="1050" b="1">
                <a:solidFill>
                  <a:srgbClr val="DF654B"/>
                </a:solidFill>
              </a:defRPr>
            </a:pPr>
            <a:r>
              <a:rPr sz="1050" b="1">
                <a:solidFill>
                  <a:srgbClr val="DF654B"/>
                </a:solidFill>
              </a:rPr>
              <a:t>02</a:t>
            </a:r>
          </a:p>
        </p:txBody>
      </p:sp>
      <p:sp>
        <p:nvSpPr>
          <p:cNvPr id="11" name="">
            <a:extLst xmlns:a="http://schemas.openxmlformats.org/drawingml/2006/main">
              <a:ext uri="{FF2B5EF4-FFF2-40B4-BE49-F238E27FC236}">
                <a16:creationId xmlns:a16="http://schemas.microsoft.com/office/drawing/2014/main" id="{251CE5BF-7C1B-4672-BEA1-2E82E56B25A4}"/>
              </a:ext>
            </a:extLst>
          </p:cNvPr>
          <p:cNvSpPr>
            <a:spLocks xmlns:a="http://schemas.openxmlformats.org/drawingml/2006/main" noGrp="1"/>
          </p:cNvSpPr>
          <p:nvPr/>
        </p:nvSpPr>
        <p:spPr>
          <a:xfrm xmlns:a="http://schemas.openxmlformats.org/drawingml/2006/main">
            <a:off x="1047750" y="3009900"/>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Evidence about where time, errors, or moderator help increase.</a:t>
            </a:r>
          </a:p>
        </p:txBody>
      </p:sp>
      <p:sp>
        <p:nvSpPr>
          <p:cNvPr id="12" name="">
            <a:extLst xmlns:a="http://schemas.openxmlformats.org/drawingml/2006/main">
              <a:ext uri="{FF2B5EF4-FFF2-40B4-BE49-F238E27FC236}">
                <a16:creationId xmlns:a16="http://schemas.microsoft.com/office/drawing/2014/main" id="{79D0A593-2248-4B7F-9A66-F4BC089B8589}"/>
              </a:ext>
            </a:extLst>
          </p:cNvPr>
          <p:cNvSpPr>
            <a:spLocks xmlns:a="http://schemas.openxmlformats.org/drawingml/2006/main" noGrp="1"/>
          </p:cNvSpPr>
          <p:nvPr/>
        </p:nvSpPr>
        <p:spPr>
          <a:xfrm xmlns:a="http://schemas.openxmlformats.org/drawingml/2006/main">
            <a:off x="533400" y="3752850"/>
            <a:ext cx="6286500" cy="9525"/>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13" name="">
            <a:extLst xmlns:a="http://schemas.openxmlformats.org/drawingml/2006/main">
              <a:ext uri="{FF2B5EF4-FFF2-40B4-BE49-F238E27FC236}">
                <a16:creationId xmlns:a16="http://schemas.microsoft.com/office/drawing/2014/main" id="{41781DC3-5065-44B8-8213-1137358B693B}"/>
              </a:ext>
            </a:extLst>
          </p:cNvPr>
          <p:cNvSpPr>
            <a:spLocks xmlns:a="http://schemas.openxmlformats.org/drawingml/2006/main" noGrp="1"/>
          </p:cNvSpPr>
          <p:nvPr/>
        </p:nvSpPr>
        <p:spPr>
          <a:xfrm xmlns:a="http://schemas.openxmlformats.org/drawingml/2006/main">
            <a:off x="533400" y="39433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F654B"/>
                </a:solidFill>
              </a:defRPr>
            </a:defPPr>
            <a:lvl1pPr>
              <a:defRPr sz="1050" b="1">
                <a:solidFill>
                  <a:srgbClr val="DF654B"/>
                </a:solidFill>
              </a:defRPr>
            </a:lvl1pPr>
            <a:lvl2pPr>
              <a:defRPr sz="1050" b="1">
                <a:solidFill>
                  <a:srgbClr val="DF654B"/>
                </a:solidFill>
              </a:defRPr>
            </a:lvl2pPr>
            <a:lvl3pPr>
              <a:defRPr sz="1050" b="1">
                <a:solidFill>
                  <a:srgbClr val="DF654B"/>
                </a:solidFill>
              </a:defRPr>
            </a:lvl3pPr>
            <a:lvl4pPr>
              <a:defRPr sz="1050" b="1">
                <a:solidFill>
                  <a:srgbClr val="DF654B"/>
                </a:solidFill>
              </a:defRPr>
            </a:lvl4pPr>
            <a:lvl5pPr>
              <a:defRPr sz="1050" b="1">
                <a:solidFill>
                  <a:srgbClr val="DF654B"/>
                </a:solidFill>
              </a:defRPr>
            </a:lvl5pPr>
            <a:lvl6pPr>
              <a:defRPr sz="1050" b="1">
                <a:solidFill>
                  <a:srgbClr val="DF654B"/>
                </a:solidFill>
              </a:defRPr>
            </a:lvl6pPr>
            <a:lvl7pPr>
              <a:defRPr sz="1050" b="1">
                <a:solidFill>
                  <a:srgbClr val="DF654B"/>
                </a:solidFill>
              </a:defRPr>
            </a:lvl7pPr>
            <a:lvl8pPr>
              <a:defRPr sz="1050" b="1">
                <a:solidFill>
                  <a:srgbClr val="DF654B"/>
                </a:solidFill>
              </a:defRPr>
            </a:lvl8pPr>
            <a:lvl9pPr>
              <a:defRPr sz="1050" b="1">
                <a:solidFill>
                  <a:srgbClr val="DF654B"/>
                </a:solidFill>
              </a:defRPr>
            </a:lvl9pPr>
          </a:lstStyle>
          <a:p xmlns:a="http://schemas.openxmlformats.org/drawingml/2006/main">
            <a:pPr>
              <a:defRPr sz="1050" b="1">
                <a:solidFill>
                  <a:srgbClr val="DF654B"/>
                </a:solidFill>
              </a:defRPr>
            </a:pPr>
            <a:r>
              <a:rPr sz="1050" b="1">
                <a:solidFill>
                  <a:srgbClr val="DF654B"/>
                </a:solidFill>
              </a:rPr>
              <a:t>03</a:t>
            </a:r>
          </a:p>
        </p:txBody>
      </p:sp>
      <p:sp>
        <p:nvSpPr>
          <p:cNvPr id="14" name="">
            <a:extLst xmlns:a="http://schemas.openxmlformats.org/drawingml/2006/main">
              <a:ext uri="{FF2B5EF4-FFF2-40B4-BE49-F238E27FC236}">
                <a16:creationId xmlns:a16="http://schemas.microsoft.com/office/drawing/2014/main" id="{62DC23F2-58BC-4EF5-B491-3F8DDE451264}"/>
              </a:ext>
            </a:extLst>
          </p:cNvPr>
          <p:cNvSpPr>
            <a:spLocks xmlns:a="http://schemas.openxmlformats.org/drawingml/2006/main" noGrp="1"/>
          </p:cNvSpPr>
          <p:nvPr/>
        </p:nvSpPr>
        <p:spPr>
          <a:xfrm xmlns:a="http://schemas.openxmlformats.org/drawingml/2006/main">
            <a:off x="1047750" y="3905250"/>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SUS, ease, and trust scores from the aligned questionnaire.</a:t>
            </a:r>
          </a:p>
        </p:txBody>
      </p:sp>
      <p:sp>
        <p:nvSpPr>
          <p:cNvPr id="15" name="">
            <a:extLst xmlns:a="http://schemas.openxmlformats.org/drawingml/2006/main">
              <a:ext uri="{FF2B5EF4-FFF2-40B4-BE49-F238E27FC236}">
                <a16:creationId xmlns:a16="http://schemas.microsoft.com/office/drawing/2014/main" id="{23C787E1-60E5-41CF-895D-E8509D8D6137}"/>
              </a:ext>
            </a:extLst>
          </p:cNvPr>
          <p:cNvSpPr>
            <a:spLocks xmlns:a="http://schemas.openxmlformats.org/drawingml/2006/main" noGrp="1"/>
          </p:cNvSpPr>
          <p:nvPr/>
        </p:nvSpPr>
        <p:spPr>
          <a:xfrm xmlns:a="http://schemas.openxmlformats.org/drawingml/2006/main">
            <a:off x="533400" y="4648200"/>
            <a:ext cx="6286500" cy="9525"/>
          </a:xfrm>
          <a:prstGeom xmlns:a="http://schemas.openxmlformats.org/drawingml/2006/main" prst="rect">
            <a:avLst/>
          </a:prstGeom>
          <a:solidFill xmlns:a="http://schemas.openxmlformats.org/drawingml/2006/main">
            <a:srgbClr val="CBD8E1"/>
          </a:solidFill>
          <a:ln xmlns:a="http://schemas.openxmlformats.org/drawingml/2006/main" w="0">
            <a:solidFill>
              <a:srgbClr val="CBD8E1"/>
            </a:solidFill>
            <a:prstDash val="solid"/>
          </a:ln>
        </p:spPr>
      </p:sp>
      <p:sp>
        <p:nvSpPr>
          <p:cNvPr id="16" name="">
            <a:extLst xmlns:a="http://schemas.openxmlformats.org/drawingml/2006/main">
              <a:ext uri="{FF2B5EF4-FFF2-40B4-BE49-F238E27FC236}">
                <a16:creationId xmlns:a16="http://schemas.microsoft.com/office/drawing/2014/main" id="{067667F5-7FD2-4114-8A23-0B11CBBCB117}"/>
              </a:ext>
            </a:extLst>
          </p:cNvPr>
          <p:cNvSpPr>
            <a:spLocks xmlns:a="http://schemas.openxmlformats.org/drawingml/2006/main" noGrp="1"/>
          </p:cNvSpPr>
          <p:nvPr/>
        </p:nvSpPr>
        <p:spPr>
          <a:xfrm xmlns:a="http://schemas.openxmlformats.org/drawingml/2006/main">
            <a:off x="533400" y="4838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DF654B"/>
                </a:solidFill>
              </a:defRPr>
            </a:defPPr>
            <a:lvl1pPr>
              <a:defRPr sz="1050" b="1">
                <a:solidFill>
                  <a:srgbClr val="DF654B"/>
                </a:solidFill>
              </a:defRPr>
            </a:lvl1pPr>
            <a:lvl2pPr>
              <a:defRPr sz="1050" b="1">
                <a:solidFill>
                  <a:srgbClr val="DF654B"/>
                </a:solidFill>
              </a:defRPr>
            </a:lvl2pPr>
            <a:lvl3pPr>
              <a:defRPr sz="1050" b="1">
                <a:solidFill>
                  <a:srgbClr val="DF654B"/>
                </a:solidFill>
              </a:defRPr>
            </a:lvl3pPr>
            <a:lvl4pPr>
              <a:defRPr sz="1050" b="1">
                <a:solidFill>
                  <a:srgbClr val="DF654B"/>
                </a:solidFill>
              </a:defRPr>
            </a:lvl4pPr>
            <a:lvl5pPr>
              <a:defRPr sz="1050" b="1">
                <a:solidFill>
                  <a:srgbClr val="DF654B"/>
                </a:solidFill>
              </a:defRPr>
            </a:lvl5pPr>
            <a:lvl6pPr>
              <a:defRPr sz="1050" b="1">
                <a:solidFill>
                  <a:srgbClr val="DF654B"/>
                </a:solidFill>
              </a:defRPr>
            </a:lvl6pPr>
            <a:lvl7pPr>
              <a:defRPr sz="1050" b="1">
                <a:solidFill>
                  <a:srgbClr val="DF654B"/>
                </a:solidFill>
              </a:defRPr>
            </a:lvl7pPr>
            <a:lvl8pPr>
              <a:defRPr sz="1050" b="1">
                <a:solidFill>
                  <a:srgbClr val="DF654B"/>
                </a:solidFill>
              </a:defRPr>
            </a:lvl8pPr>
            <a:lvl9pPr>
              <a:defRPr sz="1050" b="1">
                <a:solidFill>
                  <a:srgbClr val="DF654B"/>
                </a:solidFill>
              </a:defRPr>
            </a:lvl9pPr>
          </a:lstStyle>
          <a:p xmlns:a="http://schemas.openxmlformats.org/drawingml/2006/main">
            <a:pPr>
              <a:defRPr sz="1050" b="1">
                <a:solidFill>
                  <a:srgbClr val="DF654B"/>
                </a:solidFill>
              </a:defRPr>
            </a:pPr>
            <a:r>
              <a:rPr sz="1050" b="1">
                <a:solidFill>
                  <a:srgbClr val="DF654B"/>
                </a:solidFill>
              </a:rPr>
              <a:t>04</a:t>
            </a:r>
          </a:p>
        </p:txBody>
      </p:sp>
      <p:sp>
        <p:nvSpPr>
          <p:cNvPr id="17" name="">
            <a:extLst xmlns:a="http://schemas.openxmlformats.org/drawingml/2006/main">
              <a:ext uri="{FF2B5EF4-FFF2-40B4-BE49-F238E27FC236}">
                <a16:creationId xmlns:a16="http://schemas.microsoft.com/office/drawing/2014/main" id="{0586FD6F-9055-4F97-8C1B-1D6E1A402C88}"/>
              </a:ext>
            </a:extLst>
          </p:cNvPr>
          <p:cNvSpPr>
            <a:spLocks xmlns:a="http://schemas.openxmlformats.org/drawingml/2006/main" noGrp="1"/>
          </p:cNvSpPr>
          <p:nvPr/>
        </p:nvSpPr>
        <p:spPr>
          <a:xfrm xmlns:a="http://schemas.openxmlformats.org/drawingml/2006/main">
            <a:off x="1047750" y="4800600"/>
            <a:ext cx="581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102A43"/>
                </a:solidFill>
              </a:defRPr>
            </a:defPPr>
            <a:lvl1pPr>
              <a:defRPr sz="1275" b="0">
                <a:solidFill>
                  <a:srgbClr val="102A43"/>
                </a:solidFill>
              </a:defRPr>
            </a:lvl1pPr>
            <a:lvl2pPr>
              <a:defRPr sz="1275" b="0">
                <a:solidFill>
                  <a:srgbClr val="102A43"/>
                </a:solidFill>
              </a:defRPr>
            </a:lvl2pPr>
            <a:lvl3pPr>
              <a:defRPr sz="1275" b="0">
                <a:solidFill>
                  <a:srgbClr val="102A43"/>
                </a:solidFill>
              </a:defRPr>
            </a:lvl3pPr>
            <a:lvl4pPr>
              <a:defRPr sz="1275" b="0">
                <a:solidFill>
                  <a:srgbClr val="102A43"/>
                </a:solidFill>
              </a:defRPr>
            </a:lvl4pPr>
            <a:lvl5pPr>
              <a:defRPr sz="1275" b="0">
                <a:solidFill>
                  <a:srgbClr val="102A43"/>
                </a:solidFill>
              </a:defRPr>
            </a:lvl5pPr>
            <a:lvl6pPr>
              <a:defRPr sz="1275" b="0">
                <a:solidFill>
                  <a:srgbClr val="102A43"/>
                </a:solidFill>
              </a:defRPr>
            </a:lvl6pPr>
            <a:lvl7pPr>
              <a:defRPr sz="1275" b="0">
                <a:solidFill>
                  <a:srgbClr val="102A43"/>
                </a:solidFill>
              </a:defRPr>
            </a:lvl7pPr>
            <a:lvl8pPr>
              <a:defRPr sz="1275" b="0">
                <a:solidFill>
                  <a:srgbClr val="102A43"/>
                </a:solidFill>
              </a:defRPr>
            </a:lvl8pPr>
            <a:lvl9pPr>
              <a:defRPr sz="1275" b="0">
                <a:solidFill>
                  <a:srgbClr val="102A43"/>
                </a:solidFill>
              </a:defRPr>
            </a:lvl9pPr>
          </a:lstStyle>
          <a:p xmlns:a="http://schemas.openxmlformats.org/drawingml/2006/main">
            <a:pPr>
              <a:defRPr sz="1275" b="0">
                <a:solidFill>
                  <a:srgbClr val="102A43"/>
                </a:solidFill>
              </a:defRPr>
            </a:pPr>
            <a:r>
              <a:rPr sz="1275" b="0">
                <a:solidFill>
                  <a:srgbClr val="102A43"/>
                </a:solidFill>
              </a:rPr>
              <a:t>Prioritised recommendations for the Museum AI interface.</a:t>
            </a:r>
          </a:p>
        </p:txBody>
      </p:sp>
      <p:sp>
        <p:nvSpPr>
          <p:cNvPr id="18" name="">
            <a:extLst xmlns:a="http://schemas.openxmlformats.org/drawingml/2006/main">
              <a:ext uri="{FF2B5EF4-FFF2-40B4-BE49-F238E27FC236}">
                <a16:creationId xmlns:a16="http://schemas.microsoft.com/office/drawing/2014/main" id="{76398C14-DC3B-413C-86C4-16EBA82BCCD2}"/>
              </a:ext>
            </a:extLst>
          </p:cNvPr>
          <p:cNvSpPr>
            <a:spLocks xmlns:a="http://schemas.openxmlformats.org/drawingml/2006/main" noGrp="1"/>
          </p:cNvSpPr>
          <p:nvPr/>
        </p:nvSpPr>
        <p:spPr>
          <a:xfrm xmlns:a="http://schemas.openxmlformats.org/drawingml/2006/main">
            <a:off x="7429500" y="1905000"/>
            <a:ext cx="4229100" cy="3714750"/>
          </a:xfrm>
          <a:prstGeom xmlns:a="http://schemas.openxmlformats.org/drawingml/2006/main" prst="rect">
            <a:avLst/>
          </a:prstGeom>
          <a:solidFill xmlns:a="http://schemas.openxmlformats.org/drawingml/2006/main">
            <a:srgbClr val="0B2239"/>
          </a:solidFill>
          <a:ln xmlns:a="http://schemas.openxmlformats.org/drawingml/2006/main" w="0">
            <a:solidFill>
              <a:srgbClr val="0B2239"/>
            </a:solidFill>
            <a:prstDash val="solid"/>
          </a:ln>
        </p:spPr>
      </p:sp>
      <p:sp>
        <p:nvSpPr>
          <p:cNvPr id="19" name="">
            <a:extLst xmlns:a="http://schemas.openxmlformats.org/drawingml/2006/main">
              <a:ext uri="{FF2B5EF4-FFF2-40B4-BE49-F238E27FC236}">
                <a16:creationId xmlns:a16="http://schemas.microsoft.com/office/drawing/2014/main" id="{7738DC4B-5D0C-458E-B202-B72A42D7F058}"/>
              </a:ext>
            </a:extLst>
          </p:cNvPr>
          <p:cNvSpPr>
            <a:spLocks xmlns:a="http://schemas.openxmlformats.org/drawingml/2006/main" noGrp="1"/>
          </p:cNvSpPr>
          <p:nvPr/>
        </p:nvSpPr>
        <p:spPr>
          <a:xfrm xmlns:a="http://schemas.openxmlformats.org/drawingml/2006/main">
            <a:off x="7810500" y="26860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FFFFF"/>
                </a:solidFill>
              </a:defRPr>
            </a:defPPr>
            <a:lvl1pPr>
              <a:defRPr sz="3450" b="1">
                <a:solidFill>
                  <a:srgbClr val="FFFFFF"/>
                </a:solidFill>
              </a:defRPr>
            </a:lvl1pPr>
            <a:lvl2pPr>
              <a:defRPr sz="3450" b="1">
                <a:solidFill>
                  <a:srgbClr val="FFFFFF"/>
                </a:solidFill>
              </a:defRPr>
            </a:lvl2pPr>
            <a:lvl3pPr>
              <a:defRPr sz="3450" b="1">
                <a:solidFill>
                  <a:srgbClr val="FFFFFF"/>
                </a:solidFill>
              </a:defRPr>
            </a:lvl3pPr>
            <a:lvl4pPr>
              <a:defRPr sz="3450" b="1">
                <a:solidFill>
                  <a:srgbClr val="FFFFFF"/>
                </a:solidFill>
              </a:defRPr>
            </a:lvl4pPr>
            <a:lvl5pPr>
              <a:defRPr sz="3450" b="1">
                <a:solidFill>
                  <a:srgbClr val="FFFFFF"/>
                </a:solidFill>
              </a:defRPr>
            </a:lvl5pPr>
            <a:lvl6pPr>
              <a:defRPr sz="3450" b="1">
                <a:solidFill>
                  <a:srgbClr val="FFFFFF"/>
                </a:solidFill>
              </a:defRPr>
            </a:lvl6pPr>
            <a:lvl7pPr>
              <a:defRPr sz="3450" b="1">
                <a:solidFill>
                  <a:srgbClr val="FFFFFF"/>
                </a:solidFill>
              </a:defRPr>
            </a:lvl7pPr>
            <a:lvl8pPr>
              <a:defRPr sz="3450" b="1">
                <a:solidFill>
                  <a:srgbClr val="FFFFFF"/>
                </a:solidFill>
              </a:defRPr>
            </a:lvl8pPr>
            <a:lvl9pPr>
              <a:defRPr sz="3450" b="1">
                <a:solidFill>
                  <a:srgbClr val="FFFFFF"/>
                </a:solidFill>
              </a:defRPr>
            </a:lvl9pPr>
          </a:lstStyle>
          <a:p xmlns:a="http://schemas.openxmlformats.org/drawingml/2006/main">
            <a:pPr>
              <a:defRPr sz="3450" b="1">
                <a:solidFill>
                  <a:srgbClr val="FFFFFF"/>
                </a:solidFill>
              </a:defRPr>
            </a:pPr>
            <a:r>
              <a:rPr sz="3450" b="1">
                <a:solidFill>
                  <a:srgbClr val="FFFFFF"/>
                </a:solidFill>
              </a:rPr>
              <a:t>Q&amp;A</a:t>
            </a:r>
          </a:p>
        </p:txBody>
      </p:sp>
      <p:sp>
        <p:nvSpPr>
          <p:cNvPr id="20" name="">
            <a:extLst xmlns:a="http://schemas.openxmlformats.org/drawingml/2006/main">
              <a:ext uri="{FF2B5EF4-FFF2-40B4-BE49-F238E27FC236}">
                <a16:creationId xmlns:a16="http://schemas.microsoft.com/office/drawing/2014/main" id="{1ED6BD2C-510F-45AF-A080-D049517C228A}"/>
              </a:ext>
            </a:extLst>
          </p:cNvPr>
          <p:cNvSpPr>
            <a:spLocks xmlns:a="http://schemas.openxmlformats.org/drawingml/2006/main" noGrp="1"/>
          </p:cNvSpPr>
          <p:nvPr/>
        </p:nvSpPr>
        <p:spPr>
          <a:xfrm xmlns:a="http://schemas.openxmlformats.org/drawingml/2006/main">
            <a:off x="7810500" y="3762375"/>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DD0DC"/>
                </a:solidFill>
              </a:defRPr>
            </a:defPPr>
            <a:lvl1pPr>
              <a:defRPr sz="1275" b="0">
                <a:solidFill>
                  <a:srgbClr val="BDD0DC"/>
                </a:solidFill>
              </a:defRPr>
            </a:lvl1pPr>
            <a:lvl2pPr>
              <a:defRPr sz="1275" b="0">
                <a:solidFill>
                  <a:srgbClr val="BDD0DC"/>
                </a:solidFill>
              </a:defRPr>
            </a:lvl2pPr>
            <a:lvl3pPr>
              <a:defRPr sz="1275" b="0">
                <a:solidFill>
                  <a:srgbClr val="BDD0DC"/>
                </a:solidFill>
              </a:defRPr>
            </a:lvl3pPr>
            <a:lvl4pPr>
              <a:defRPr sz="1275" b="0">
                <a:solidFill>
                  <a:srgbClr val="BDD0DC"/>
                </a:solidFill>
              </a:defRPr>
            </a:lvl4pPr>
            <a:lvl5pPr>
              <a:defRPr sz="1275" b="0">
                <a:solidFill>
                  <a:srgbClr val="BDD0DC"/>
                </a:solidFill>
              </a:defRPr>
            </a:lvl5pPr>
            <a:lvl6pPr>
              <a:defRPr sz="1275" b="0">
                <a:solidFill>
                  <a:srgbClr val="BDD0DC"/>
                </a:solidFill>
              </a:defRPr>
            </a:lvl6pPr>
            <a:lvl7pPr>
              <a:defRPr sz="1275" b="0">
                <a:solidFill>
                  <a:srgbClr val="BDD0DC"/>
                </a:solidFill>
              </a:defRPr>
            </a:lvl7pPr>
            <a:lvl8pPr>
              <a:defRPr sz="1275" b="0">
                <a:solidFill>
                  <a:srgbClr val="BDD0DC"/>
                </a:solidFill>
              </a:defRPr>
            </a:lvl8pPr>
            <a:lvl9pPr>
              <a:defRPr sz="1275" b="0">
                <a:solidFill>
                  <a:srgbClr val="BDD0DC"/>
                </a:solidFill>
              </a:defRPr>
            </a:lvl9pPr>
          </a:lstStyle>
          <a:p xmlns:a="http://schemas.openxmlformats.org/drawingml/2006/main">
            <a:pPr>
              <a:defRPr sz="1275" b="0">
                <a:solidFill>
                  <a:srgbClr val="BDD0DC"/>
                </a:solidFill>
              </a:defRPr>
            </a:pPr>
            <a:r>
              <a:rPr sz="1275" b="0">
                <a:solidFill>
                  <a:srgbClr val="BDD0DC"/>
                </a:solidFill>
              </a:rPr>
              <a:t>Thank you. We welcome questions about task design, sampling, measures, and the pilot plan.</a:t>
            </a:r>
          </a:p>
        </p:txBody>
      </p:sp>
      <p:sp>
        <p:nvSpPr>
          <p:cNvPr id="21" name="">
            <a:extLst xmlns:a="http://schemas.openxmlformats.org/drawingml/2006/main">
              <a:ext uri="{FF2B5EF4-FFF2-40B4-BE49-F238E27FC236}">
                <a16:creationId xmlns:a16="http://schemas.microsoft.com/office/drawing/2014/main" id="{44B427B4-6E0A-4B15-8575-126240278BC0}"/>
              </a:ext>
            </a:extLst>
          </p:cNvPr>
          <p:cNvSpPr>
            <a:spLocks xmlns:a="http://schemas.openxmlformats.org/drawingml/2006/main" noGrp="1"/>
          </p:cNvSpPr>
          <p:nvPr/>
        </p:nvSpPr>
        <p:spPr>
          <a:xfrm xmlns:a="http://schemas.openxmlformats.org/drawingml/2006/main">
            <a:off x="7810500" y="497205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84CFC5"/>
                </a:solidFill>
              </a:defRPr>
            </a:defPPr>
            <a:lvl1pPr>
              <a:defRPr sz="825" b="0">
                <a:solidFill>
                  <a:srgbClr val="84CFC5"/>
                </a:solidFill>
              </a:defRPr>
            </a:lvl1pPr>
            <a:lvl2pPr>
              <a:defRPr sz="825" b="0">
                <a:solidFill>
                  <a:srgbClr val="84CFC5"/>
                </a:solidFill>
              </a:defRPr>
            </a:lvl2pPr>
            <a:lvl3pPr>
              <a:defRPr sz="825" b="0">
                <a:solidFill>
                  <a:srgbClr val="84CFC5"/>
                </a:solidFill>
              </a:defRPr>
            </a:lvl3pPr>
            <a:lvl4pPr>
              <a:defRPr sz="825" b="0">
                <a:solidFill>
                  <a:srgbClr val="84CFC5"/>
                </a:solidFill>
              </a:defRPr>
            </a:lvl4pPr>
            <a:lvl5pPr>
              <a:defRPr sz="825" b="0">
                <a:solidFill>
                  <a:srgbClr val="84CFC5"/>
                </a:solidFill>
              </a:defRPr>
            </a:lvl5pPr>
            <a:lvl6pPr>
              <a:defRPr sz="825" b="0">
                <a:solidFill>
                  <a:srgbClr val="84CFC5"/>
                </a:solidFill>
              </a:defRPr>
            </a:lvl6pPr>
            <a:lvl7pPr>
              <a:defRPr sz="825" b="0">
                <a:solidFill>
                  <a:srgbClr val="84CFC5"/>
                </a:solidFill>
              </a:defRPr>
            </a:lvl7pPr>
            <a:lvl8pPr>
              <a:defRPr sz="825" b="0">
                <a:solidFill>
                  <a:srgbClr val="84CFC5"/>
                </a:solidFill>
              </a:defRPr>
            </a:lvl8pPr>
            <a:lvl9pPr>
              <a:defRPr sz="825" b="0">
                <a:solidFill>
                  <a:srgbClr val="84CFC5"/>
                </a:solidFill>
              </a:defRPr>
            </a:lvl9pPr>
          </a:lstStyle>
          <a:p xmlns:a="http://schemas.openxmlformats.org/drawingml/2006/main">
            <a:pPr>
              <a:defRPr sz="825" b="0">
                <a:solidFill>
                  <a:srgbClr val="84CFC5"/>
                </a:solidFill>
              </a:defRPr>
            </a:pPr>
            <a:r>
              <a:rPr sz="825" b="0">
                <a:solidFill>
                  <a:srgbClr val="84CFC5"/>
                </a:solidFill>
              </a:rPr>
              <a:t>GROUP H</a:t>
            </a:r>
          </a:p>
          <a:p xmlns:a="http://schemas.openxmlformats.org/drawingml/2006/main">
            <a:pPr>
              <a:defRPr sz="825" b="0">
                <a:solidFill>
                  <a:srgbClr val="84CFC5"/>
                </a:solidFill>
              </a:defRPr>
            </a:pPr>
            <a:r>
              <a:rPr sz="825" b="0">
                <a:solidFill>
                  <a:srgbClr val="84CFC5"/>
                </a:solidFill>
              </a:rPr>
              <a:t>Cheng Qian · Chen Cui · Ziqian Wang · Simu He</a:t>
            </a:r>
          </a:p>
        </p:txBody>
      </p:sp>
    </p:spTree>
    <p:extLst>
      <p:ext uri="{BB962C8B-B14F-4D97-AF65-F5344CB8AC3E}">
        <p14:creationId xmlns:p14="http://schemas.microsoft.com/office/powerpoint/2010/main" val="1448976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2026-10-19T09:23:07.0920000Z</dcterms:created>
  <dcterms:modified xsi:type="dcterms:W3CDTF">2026-10-19T09:23:07.0920000Z</dcterms:modified>
</coreProperties>
</file>